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8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9" r:id="rId4"/>
    <p:sldMasterId id="2147483718" r:id="rId5"/>
    <p:sldMasterId id="2147483723" r:id="rId6"/>
    <p:sldMasterId id="2147483728" r:id="rId7"/>
    <p:sldMasterId id="2147483731" r:id="rId8"/>
    <p:sldMasterId id="2147483736" r:id="rId9"/>
    <p:sldMasterId id="2147483739" r:id="rId10"/>
    <p:sldMasterId id="2147483744" r:id="rId11"/>
  </p:sldMasterIdLst>
  <p:notesMasterIdLst>
    <p:notesMasterId r:id="rId14"/>
  </p:notesMasterIdLst>
  <p:handoutMasterIdLst>
    <p:handoutMasterId r:id="rId15"/>
  </p:handoutMasterIdLst>
  <p:sldIdLst>
    <p:sldId id="2147480930" r:id="rId12"/>
    <p:sldId id="2147480931" r:id="rId13"/>
  </p:sldIdLst>
  <p:sldSz cx="14292263" cy="7562850"/>
  <p:notesSz cx="6888163" cy="10018713"/>
  <p:custDataLst>
    <p:tags r:id="rId16"/>
  </p:custDataLst>
  <p:defaultTextStyle>
    <a:defPPr>
      <a:defRPr lang="fr-FR"/>
    </a:defPPr>
    <a:lvl1pPr marL="0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24398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48796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873194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497592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121990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746388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370786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4995184" algn="l" defTabSz="624398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91" userDrawn="1">
          <p15:clr>
            <a:srgbClr val="A4A3A4"/>
          </p15:clr>
        </p15:guide>
        <p15:guide id="18" pos="8856" userDrawn="1">
          <p15:clr>
            <a:srgbClr val="A4A3A4"/>
          </p15:clr>
        </p15:guide>
        <p15:guide id="23" orient="horz" pos="681" userDrawn="1">
          <p15:clr>
            <a:srgbClr val="A4A3A4"/>
          </p15:clr>
        </p15:guide>
        <p15:guide id="24" pos="4638" userDrawn="1">
          <p15:clr>
            <a:srgbClr val="A4A3A4"/>
          </p15:clr>
        </p15:guide>
        <p15:guide id="25" orient="horz" pos="386" userDrawn="1">
          <p15:clr>
            <a:srgbClr val="A4A3A4"/>
          </p15:clr>
        </p15:guide>
        <p15:guide id="26" pos="4388" userDrawn="1">
          <p15:clr>
            <a:srgbClr val="A4A3A4"/>
          </p15:clr>
        </p15:guide>
        <p15:guide id="28" orient="horz" pos="4083" userDrawn="1">
          <p15:clr>
            <a:srgbClr val="A4A3A4"/>
          </p15:clr>
        </p15:guide>
        <p15:guide id="29" orient="horz" pos="1112" userDrawn="1">
          <p15:clr>
            <a:srgbClr val="A4A3A4"/>
          </p15:clr>
        </p15:guide>
        <p15:guide id="30" pos="850" userDrawn="1">
          <p15:clr>
            <a:srgbClr val="A4A3A4"/>
          </p15:clr>
        </p15:guide>
        <p15:guide id="31" pos="1871" userDrawn="1">
          <p15:clr>
            <a:srgbClr val="A4A3A4"/>
          </p15:clr>
        </p15:guide>
        <p15:guide id="32" pos="2347" userDrawn="1">
          <p15:clr>
            <a:srgbClr val="A4A3A4"/>
          </p15:clr>
        </p15:guide>
        <p15:guide id="33" pos="6815" userDrawn="1">
          <p15:clr>
            <a:srgbClr val="A4A3A4"/>
          </p15:clr>
        </p15:guide>
        <p15:guide id="34" pos="676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2F90C5-8338-418A-3CC6-BBCE276407F9}" name="Agathe Labrit" initials="AL" userId="S::agathe.labrit@rsr-conseil.fr::7f9dab3e-9798-44ca-837d-9272e27cfdde" providerId="AD"/>
  <p188:author id="{926244F6-574C-FF47-CAA6-FFC0B60B105A}" name="Romain Kreitel" initials="RK" userId="S::romain.kreitel@rsr-conseil.fr::dc059446-1cc1-474a-91b7-3140b5691da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mpte Microsoft" initials="CM" lastIdx="5" clrIdx="0"/>
  <p:cmAuthor id="2" name="Baptiste CAEKAERT" initials="BC" lastIdx="1" clrIdx="1">
    <p:extLst>
      <p:ext uri="{19B8F6BF-5375-455C-9EA6-DF929625EA0E}">
        <p15:presenceInfo xmlns:p15="http://schemas.microsoft.com/office/powerpoint/2012/main" userId="4721a8c1606db5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948A54"/>
    <a:srgbClr val="928750"/>
    <a:srgbClr val="C55A11"/>
    <a:srgbClr val="9DB1CF"/>
    <a:srgbClr val="FFFFFF"/>
    <a:srgbClr val="0CB459"/>
    <a:srgbClr val="2F5066"/>
    <a:srgbClr val="D9D9D9"/>
    <a:srgbClr val="384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7662DA-E959-44AA-8B99-A2CAEA889EEF}" v="110" dt="2025-11-17T11:02:10.042"/>
    <p1510:client id="{B13E4B1F-DD92-4D54-9EFB-ED4E3D25E914}" v="9" dt="2025-11-17T18:15:46.20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26" y="82"/>
      </p:cViewPr>
      <p:guideLst>
        <p:guide orient="horz" pos="91"/>
        <p:guide pos="8856"/>
        <p:guide orient="horz" pos="681"/>
        <p:guide pos="4638"/>
        <p:guide orient="horz" pos="386"/>
        <p:guide pos="4388"/>
        <p:guide orient="horz" pos="4083"/>
        <p:guide orient="horz" pos="1112"/>
        <p:guide pos="850"/>
        <p:guide pos="1871"/>
        <p:guide pos="2347"/>
        <p:guide pos="6815"/>
        <p:guide pos="67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de Saint Romain" userId="4dcde13e-df58-40c6-806c-13e9aae8dbd9" providerId="ADAL" clId="{C9ED4A76-5FA9-4DA5-B1CB-2EE33B0C2453}"/>
    <pc:docChg chg="custSel addSld delSld modSld">
      <pc:chgData name="Raphael de Saint Romain" userId="4dcde13e-df58-40c6-806c-13e9aae8dbd9" providerId="ADAL" clId="{C9ED4A76-5FA9-4DA5-B1CB-2EE33B0C2453}" dt="2025-11-17T18:25:54.114" v="1497" actId="20577"/>
      <pc:docMkLst>
        <pc:docMk/>
      </pc:docMkLst>
      <pc:sldChg chg="del">
        <pc:chgData name="Raphael de Saint Romain" userId="4dcde13e-df58-40c6-806c-13e9aae8dbd9" providerId="ADAL" clId="{C9ED4A76-5FA9-4DA5-B1CB-2EE33B0C2453}" dt="2025-11-17T14:14:46.659" v="0" actId="2696"/>
        <pc:sldMkLst>
          <pc:docMk/>
          <pc:sldMk cId="553261879" sldId="3390"/>
        </pc:sldMkLst>
      </pc:sldChg>
      <pc:sldChg chg="del">
        <pc:chgData name="Raphael de Saint Romain" userId="4dcde13e-df58-40c6-806c-13e9aae8dbd9" providerId="ADAL" clId="{C9ED4A76-5FA9-4DA5-B1CB-2EE33B0C2453}" dt="2025-11-17T14:14:46.854" v="15" actId="2696"/>
        <pc:sldMkLst>
          <pc:docMk/>
          <pc:sldMk cId="459773211" sldId="11401"/>
        </pc:sldMkLst>
      </pc:sldChg>
      <pc:sldChg chg="del">
        <pc:chgData name="Raphael de Saint Romain" userId="4dcde13e-df58-40c6-806c-13e9aae8dbd9" providerId="ADAL" clId="{C9ED4A76-5FA9-4DA5-B1CB-2EE33B0C2453}" dt="2025-11-17T14:14:46.852" v="14" actId="2696"/>
        <pc:sldMkLst>
          <pc:docMk/>
          <pc:sldMk cId="806803846" sldId="11404"/>
        </pc:sldMkLst>
      </pc:sldChg>
      <pc:sldChg chg="del">
        <pc:chgData name="Raphael de Saint Romain" userId="4dcde13e-df58-40c6-806c-13e9aae8dbd9" providerId="ADAL" clId="{C9ED4A76-5FA9-4DA5-B1CB-2EE33B0C2453}" dt="2025-11-17T14:14:46.662" v="1" actId="2696"/>
        <pc:sldMkLst>
          <pc:docMk/>
          <pc:sldMk cId="2618732462" sldId="11423"/>
        </pc:sldMkLst>
      </pc:sldChg>
      <pc:sldChg chg="del">
        <pc:chgData name="Raphael de Saint Romain" userId="4dcde13e-df58-40c6-806c-13e9aae8dbd9" providerId="ADAL" clId="{C9ED4A76-5FA9-4DA5-B1CB-2EE33B0C2453}" dt="2025-11-17T14:14:46.665" v="2" actId="2696"/>
        <pc:sldMkLst>
          <pc:docMk/>
          <pc:sldMk cId="3020327877" sldId="11424"/>
        </pc:sldMkLst>
      </pc:sldChg>
      <pc:sldChg chg="del">
        <pc:chgData name="Raphael de Saint Romain" userId="4dcde13e-df58-40c6-806c-13e9aae8dbd9" providerId="ADAL" clId="{C9ED4A76-5FA9-4DA5-B1CB-2EE33B0C2453}" dt="2025-11-17T14:14:46.857" v="17" actId="2696"/>
        <pc:sldMkLst>
          <pc:docMk/>
          <pc:sldMk cId="2082778560" sldId="11425"/>
        </pc:sldMkLst>
      </pc:sldChg>
      <pc:sldChg chg="del">
        <pc:chgData name="Raphael de Saint Romain" userId="4dcde13e-df58-40c6-806c-13e9aae8dbd9" providerId="ADAL" clId="{C9ED4A76-5FA9-4DA5-B1CB-2EE33B0C2453}" dt="2025-11-17T14:14:46.670" v="4" actId="2696"/>
        <pc:sldMkLst>
          <pc:docMk/>
          <pc:sldMk cId="2479964950" sldId="11426"/>
        </pc:sldMkLst>
      </pc:sldChg>
      <pc:sldChg chg="del">
        <pc:chgData name="Raphael de Saint Romain" userId="4dcde13e-df58-40c6-806c-13e9aae8dbd9" providerId="ADAL" clId="{C9ED4A76-5FA9-4DA5-B1CB-2EE33B0C2453}" dt="2025-11-17T14:14:46.695" v="7" actId="2696"/>
        <pc:sldMkLst>
          <pc:docMk/>
          <pc:sldMk cId="2463439692" sldId="2147480918"/>
        </pc:sldMkLst>
      </pc:sldChg>
      <pc:sldChg chg="del">
        <pc:chgData name="Raphael de Saint Romain" userId="4dcde13e-df58-40c6-806c-13e9aae8dbd9" providerId="ADAL" clId="{C9ED4A76-5FA9-4DA5-B1CB-2EE33B0C2453}" dt="2025-11-17T14:14:46.702" v="8" actId="2696"/>
        <pc:sldMkLst>
          <pc:docMk/>
          <pc:sldMk cId="934963019" sldId="2147480919"/>
        </pc:sldMkLst>
      </pc:sldChg>
      <pc:sldChg chg="del">
        <pc:chgData name="Raphael de Saint Romain" userId="4dcde13e-df58-40c6-806c-13e9aae8dbd9" providerId="ADAL" clId="{C9ED4A76-5FA9-4DA5-B1CB-2EE33B0C2453}" dt="2025-11-17T14:14:46.706" v="9" actId="2696"/>
        <pc:sldMkLst>
          <pc:docMk/>
          <pc:sldMk cId="1733538234" sldId="2147480920"/>
        </pc:sldMkLst>
      </pc:sldChg>
      <pc:sldChg chg="del">
        <pc:chgData name="Raphael de Saint Romain" userId="4dcde13e-df58-40c6-806c-13e9aae8dbd9" providerId="ADAL" clId="{C9ED4A76-5FA9-4DA5-B1CB-2EE33B0C2453}" dt="2025-11-17T14:14:46.781" v="10" actId="2696"/>
        <pc:sldMkLst>
          <pc:docMk/>
          <pc:sldMk cId="2760485983" sldId="2147480921"/>
        </pc:sldMkLst>
      </pc:sldChg>
      <pc:sldChg chg="del">
        <pc:chgData name="Raphael de Saint Romain" userId="4dcde13e-df58-40c6-806c-13e9aae8dbd9" providerId="ADAL" clId="{C9ED4A76-5FA9-4DA5-B1CB-2EE33B0C2453}" dt="2025-11-17T14:14:46.847" v="11" actId="2696"/>
        <pc:sldMkLst>
          <pc:docMk/>
          <pc:sldMk cId="818390118" sldId="2147480922"/>
        </pc:sldMkLst>
      </pc:sldChg>
      <pc:sldChg chg="del">
        <pc:chgData name="Raphael de Saint Romain" userId="4dcde13e-df58-40c6-806c-13e9aae8dbd9" providerId="ADAL" clId="{C9ED4A76-5FA9-4DA5-B1CB-2EE33B0C2453}" dt="2025-11-17T14:14:46.848" v="12" actId="2696"/>
        <pc:sldMkLst>
          <pc:docMk/>
          <pc:sldMk cId="3800860176" sldId="2147480923"/>
        </pc:sldMkLst>
      </pc:sldChg>
      <pc:sldChg chg="del">
        <pc:chgData name="Raphael de Saint Romain" userId="4dcde13e-df58-40c6-806c-13e9aae8dbd9" providerId="ADAL" clId="{C9ED4A76-5FA9-4DA5-B1CB-2EE33B0C2453}" dt="2025-11-17T14:14:46.850" v="13" actId="2696"/>
        <pc:sldMkLst>
          <pc:docMk/>
          <pc:sldMk cId="71878146" sldId="2147480925"/>
        </pc:sldMkLst>
      </pc:sldChg>
      <pc:sldChg chg="del">
        <pc:chgData name="Raphael de Saint Romain" userId="4dcde13e-df58-40c6-806c-13e9aae8dbd9" providerId="ADAL" clId="{C9ED4A76-5FA9-4DA5-B1CB-2EE33B0C2453}" dt="2025-11-17T14:14:46.857" v="16" actId="2696"/>
        <pc:sldMkLst>
          <pc:docMk/>
          <pc:sldMk cId="1865724283" sldId="2147480926"/>
        </pc:sldMkLst>
      </pc:sldChg>
      <pc:sldChg chg="del">
        <pc:chgData name="Raphael de Saint Romain" userId="4dcde13e-df58-40c6-806c-13e9aae8dbd9" providerId="ADAL" clId="{C9ED4A76-5FA9-4DA5-B1CB-2EE33B0C2453}" dt="2025-11-17T14:14:46.679" v="6" actId="2696"/>
        <pc:sldMkLst>
          <pc:docMk/>
          <pc:sldMk cId="2294564869" sldId="2147480927"/>
        </pc:sldMkLst>
      </pc:sldChg>
      <pc:sldChg chg="del">
        <pc:chgData name="Raphael de Saint Romain" userId="4dcde13e-df58-40c6-806c-13e9aae8dbd9" providerId="ADAL" clId="{C9ED4A76-5FA9-4DA5-B1CB-2EE33B0C2453}" dt="2025-11-17T14:14:46.677" v="5" actId="2696"/>
        <pc:sldMkLst>
          <pc:docMk/>
          <pc:sldMk cId="482179790" sldId="2147480928"/>
        </pc:sldMkLst>
      </pc:sldChg>
      <pc:sldChg chg="del">
        <pc:chgData name="Raphael de Saint Romain" userId="4dcde13e-df58-40c6-806c-13e9aae8dbd9" providerId="ADAL" clId="{C9ED4A76-5FA9-4DA5-B1CB-2EE33B0C2453}" dt="2025-11-17T14:14:46.668" v="3" actId="2696"/>
        <pc:sldMkLst>
          <pc:docMk/>
          <pc:sldMk cId="3648677519" sldId="2147480929"/>
        </pc:sldMkLst>
      </pc:sldChg>
      <pc:sldChg chg="modSp mod">
        <pc:chgData name="Raphael de Saint Romain" userId="4dcde13e-df58-40c6-806c-13e9aae8dbd9" providerId="ADAL" clId="{C9ED4A76-5FA9-4DA5-B1CB-2EE33B0C2453}" dt="2025-11-17T18:25:37.434" v="1452" actId="1076"/>
        <pc:sldMkLst>
          <pc:docMk/>
          <pc:sldMk cId="2687713961" sldId="2147480930"/>
        </pc:sldMkLst>
        <pc:spChg chg="mod">
          <ac:chgData name="Raphael de Saint Romain" userId="4dcde13e-df58-40c6-806c-13e9aae8dbd9" providerId="ADAL" clId="{C9ED4A76-5FA9-4DA5-B1CB-2EE33B0C2453}" dt="2025-11-17T18:25:04.380" v="1419" actId="14100"/>
          <ac:spMkLst>
            <pc:docMk/>
            <pc:sldMk cId="2687713961" sldId="2147480930"/>
            <ac:spMk id="2" creationId="{18635222-D83A-4D42-ECAE-449506A3A6C1}"/>
          </ac:spMkLst>
        </pc:spChg>
        <pc:spChg chg="mod">
          <ac:chgData name="Raphael de Saint Romain" userId="4dcde13e-df58-40c6-806c-13e9aae8dbd9" providerId="ADAL" clId="{C9ED4A76-5FA9-4DA5-B1CB-2EE33B0C2453}" dt="2025-11-17T14:30:30.951" v="27" actId="20577"/>
          <ac:spMkLst>
            <pc:docMk/>
            <pc:sldMk cId="2687713961" sldId="2147480930"/>
            <ac:spMk id="5" creationId="{E7039A24-66D5-215E-B327-66FB376965B6}"/>
          </ac:spMkLst>
        </pc:spChg>
        <pc:spChg chg="mod">
          <ac:chgData name="Raphael de Saint Romain" userId="4dcde13e-df58-40c6-806c-13e9aae8dbd9" providerId="ADAL" clId="{C9ED4A76-5FA9-4DA5-B1CB-2EE33B0C2453}" dt="2025-11-17T18:25:37.434" v="1452" actId="1076"/>
          <ac:spMkLst>
            <pc:docMk/>
            <pc:sldMk cId="2687713961" sldId="2147480930"/>
            <ac:spMk id="7" creationId="{7B87311A-0BD0-D581-8522-60C6AF844A0A}"/>
          </ac:spMkLst>
        </pc:spChg>
        <pc:spChg chg="mod">
          <ac:chgData name="Raphael de Saint Romain" userId="4dcde13e-df58-40c6-806c-13e9aae8dbd9" providerId="ADAL" clId="{C9ED4A76-5FA9-4DA5-B1CB-2EE33B0C2453}" dt="2025-11-17T18:25:21.170" v="1448" actId="20577"/>
          <ac:spMkLst>
            <pc:docMk/>
            <pc:sldMk cId="2687713961" sldId="2147480930"/>
            <ac:spMk id="10" creationId="{69F50160-C848-9BCF-8C64-B6C89B908B32}"/>
          </ac:spMkLst>
        </pc:spChg>
        <pc:spChg chg="mod">
          <ac:chgData name="Raphael de Saint Romain" userId="4dcde13e-df58-40c6-806c-13e9aae8dbd9" providerId="ADAL" clId="{C9ED4A76-5FA9-4DA5-B1CB-2EE33B0C2453}" dt="2025-11-17T14:31:12.583" v="137" actId="113"/>
          <ac:spMkLst>
            <pc:docMk/>
            <pc:sldMk cId="2687713961" sldId="2147480930"/>
            <ac:spMk id="11" creationId="{6F1150B2-D827-4A0F-8DB5-F684A968297A}"/>
          </ac:spMkLst>
        </pc:spChg>
      </pc:sldChg>
      <pc:sldChg chg="addSp delSp modSp new mod modClrScheme chgLayout">
        <pc:chgData name="Raphael de Saint Romain" userId="4dcde13e-df58-40c6-806c-13e9aae8dbd9" providerId="ADAL" clId="{C9ED4A76-5FA9-4DA5-B1CB-2EE33B0C2453}" dt="2025-11-17T18:25:54.114" v="1497" actId="20577"/>
        <pc:sldMkLst>
          <pc:docMk/>
          <pc:sldMk cId="452141830" sldId="2147480931"/>
        </pc:sldMkLst>
        <pc:spChg chg="del mod ord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3" creationId="{9A816146-0156-BC37-AAAB-4D9AAFD46080}"/>
          </ac:spMkLst>
        </pc:spChg>
        <pc:spChg chg="del mod ord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4" creationId="{AB7439E3-72E5-D98F-B6D7-DDC60801813C}"/>
          </ac:spMkLst>
        </pc:spChg>
        <pc:spChg chg="del mod ord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5" creationId="{58F68559-BC73-36A2-CE5C-6CB736183C83}"/>
          </ac:spMkLst>
        </pc:spChg>
        <pc:spChg chg="del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6" creationId="{824A7C98-F2F9-6B25-37D6-9D30C9FBFE59}"/>
          </ac:spMkLst>
        </pc:spChg>
        <pc:spChg chg="del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7" creationId="{3CFC8A6A-DC4E-8F1F-74CD-890BB34EC600}"/>
          </ac:spMkLst>
        </pc:spChg>
        <pc:spChg chg="del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8" creationId="{0D04279B-8AB8-88AF-6E49-2107CA9B4C4B}"/>
          </ac:spMkLst>
        </pc:spChg>
        <pc:spChg chg="add mod ord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10" creationId="{E69C089E-DF43-779A-CA93-10C5F4CEB6B6}"/>
          </ac:spMkLst>
        </pc:spChg>
        <pc:spChg chg="add mod ord">
          <ac:chgData name="Raphael de Saint Romain" userId="4dcde13e-df58-40c6-806c-13e9aae8dbd9" providerId="ADAL" clId="{C9ED4A76-5FA9-4DA5-B1CB-2EE33B0C2453}" dt="2025-11-17T18:25:54.114" v="1497" actId="20577"/>
          <ac:spMkLst>
            <pc:docMk/>
            <pc:sldMk cId="452141830" sldId="2147480931"/>
            <ac:spMk id="11" creationId="{A7A982F1-8E2F-C32B-7DDA-051266943A06}"/>
          </ac:spMkLst>
        </pc:spChg>
        <pc:spChg chg="add mod ord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12" creationId="{560DAD7F-77CB-D2F7-2C8E-0AC6AC910072}"/>
          </ac:spMkLst>
        </pc:spChg>
        <pc:spChg chg="add mod ord">
          <ac:chgData name="Raphael de Saint Romain" userId="4dcde13e-df58-40c6-806c-13e9aae8dbd9" providerId="ADAL" clId="{C9ED4A76-5FA9-4DA5-B1CB-2EE33B0C2453}" dt="2025-11-17T14:57:53.277" v="139" actId="700"/>
          <ac:spMkLst>
            <pc:docMk/>
            <pc:sldMk cId="452141830" sldId="2147480931"/>
            <ac:spMk id="13" creationId="{239CE372-AC5D-48CF-26B0-FFD229078F2E}"/>
          </ac:spMkLst>
        </pc:spChg>
        <pc:graphicFrameChg chg="add mod ord modVis">
          <ac:chgData name="Raphael de Saint Romain" userId="4dcde13e-df58-40c6-806c-13e9aae8dbd9" providerId="ADAL" clId="{C9ED4A76-5FA9-4DA5-B1CB-2EE33B0C2453}" dt="2025-11-17T14:57:53.964" v="153"/>
          <ac:graphicFrameMkLst>
            <pc:docMk/>
            <pc:sldMk cId="452141830" sldId="2147480931"/>
            <ac:graphicFrameMk id="14" creationId="{F93FCD29-559B-2592-844F-F3482FF22D1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3" y="4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/>
          <a:lstStyle>
            <a:lvl1pPr algn="l">
              <a:defRPr sz="14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01711" y="4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/>
          <a:lstStyle>
            <a:lvl1pPr algn="r">
              <a:defRPr sz="1400"/>
            </a:lvl1pPr>
          </a:lstStyle>
          <a:p>
            <a:fld id="{C713C26B-D71C-E14F-AB9B-09C2C087AC4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3" y="9516043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 anchor="b"/>
          <a:lstStyle>
            <a:lvl1pPr algn="l">
              <a:defRPr sz="14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01711" y="9516043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 anchor="b"/>
          <a:lstStyle>
            <a:lvl1pPr algn="r">
              <a:defRPr sz="1400"/>
            </a:lvl1pPr>
          </a:lstStyle>
          <a:p>
            <a:fld id="{9A94D044-57E6-7743-8A86-BAB811880FC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3" y="4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/>
          <a:lstStyle>
            <a:lvl1pPr algn="l" rtl="0">
              <a:defRPr sz="14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1711" y="4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/>
          <a:lstStyle>
            <a:lvl1pPr algn="r" rtl="0">
              <a:defRPr sz="1400"/>
            </a:lvl1pPr>
          </a:lstStyle>
          <a:p>
            <a:fld id="{8A304445-A95A-1549-80FD-B48E7F71E277}" type="datetimeFigureOut">
              <a:rPr lang="fr-FR" smtClean="0"/>
              <a:pPr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06363" y="750888"/>
            <a:ext cx="7100888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1399" tIns="50699" rIns="101399" bIns="50699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8817" y="4758893"/>
            <a:ext cx="5510530" cy="4508420"/>
          </a:xfrm>
          <a:prstGeom prst="rect">
            <a:avLst/>
          </a:prstGeom>
        </p:spPr>
        <p:txBody>
          <a:bodyPr vert="horz" lIns="101399" tIns="50699" rIns="101399" bIns="50699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3" y="9516043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 anchor="b"/>
          <a:lstStyle>
            <a:lvl1pPr algn="l" rtl="0">
              <a:defRPr sz="14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1711" y="9516043"/>
            <a:ext cx="2984871" cy="500935"/>
          </a:xfrm>
          <a:prstGeom prst="rect">
            <a:avLst/>
          </a:prstGeom>
        </p:spPr>
        <p:txBody>
          <a:bodyPr vert="horz" lIns="101399" tIns="50699" rIns="101399" bIns="50699" rtlCol="0" anchor="b"/>
          <a:lstStyle>
            <a:lvl1pPr algn="r" rtl="0">
              <a:defRPr sz="1400"/>
            </a:lvl1pPr>
          </a:lstStyle>
          <a:p>
            <a:fld id="{D323EC60-F8D6-C743-B4E1-71A3BA0CF3B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6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0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1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2.xml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35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42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43.xml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48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49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061538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-1"/>
            <a:ext cx="14292263" cy="75841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9" name="Image 6">
            <a:extLst>
              <a:ext uri="{FF2B5EF4-FFF2-40B4-BE49-F238E27FC236}">
                <a16:creationId xmlns:a16="http://schemas.microsoft.com/office/drawing/2014/main" id="{E507E6BB-F961-4769-AA74-BA3F6614852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93982" y="82808"/>
            <a:ext cx="2103492" cy="1467186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3079529" y="6127236"/>
            <a:ext cx="8132400" cy="3847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 rtl="0">
              <a:buFontTx/>
              <a:buNone/>
              <a:defRPr lang="en-US" sz="2500" b="1" smtClean="0">
                <a:latin typeface="Helvetica"/>
                <a:cs typeface="Helvetica"/>
              </a:defRPr>
            </a:lvl1pPr>
            <a:lvl2pPr>
              <a:defRPr lang="en-US" sz="2500" smtClean="0"/>
            </a:lvl2pPr>
            <a:lvl3pPr>
              <a:defRPr lang="en-US" sz="2500" smtClean="0"/>
            </a:lvl3pPr>
            <a:lvl4pPr>
              <a:defRPr lang="en-US" sz="2500" smtClean="0"/>
            </a:lvl4pPr>
            <a:lvl5pPr>
              <a:defRPr lang="fr-FR" sz="2500"/>
            </a:lvl5pPr>
          </a:lstStyle>
          <a:p>
            <a:pPr marL="0" lvl="0" algn="ctr" defTabSz="624398"/>
            <a:r>
              <a:rPr lang="fr-FR" b="1">
                <a:latin typeface="Helvetica"/>
                <a:cs typeface="Helvetica"/>
              </a:rPr>
              <a:t>NOM DU CLIENT</a:t>
            </a:r>
            <a:endParaRPr lang="fr-FR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079529" y="6492505"/>
            <a:ext cx="8132400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indent="0" algn="ctr" rtl="0">
              <a:buFontTx/>
              <a:buNone/>
              <a:defRPr lang="en-US" sz="1800" b="1" smtClean="0">
                <a:latin typeface="Helvetica Light"/>
                <a:cs typeface="Helvetica Light"/>
              </a:defRPr>
            </a:lvl1pPr>
            <a:lvl2pPr>
              <a:defRPr lang="en-US" sz="2500" smtClean="0"/>
            </a:lvl2pPr>
            <a:lvl3pPr>
              <a:defRPr lang="en-US" sz="2500" smtClean="0"/>
            </a:lvl3pPr>
            <a:lvl4pPr>
              <a:defRPr lang="en-US" sz="2500" smtClean="0"/>
            </a:lvl4pPr>
            <a:lvl5pPr>
              <a:defRPr lang="fr-FR" sz="2500"/>
            </a:lvl5pPr>
          </a:lstStyle>
          <a:p>
            <a:pPr marL="0" lvl="0" algn="ctr" defTabSz="624398"/>
            <a:r>
              <a:rPr lang="fr-FR" sz="1800" b="1">
                <a:latin typeface="Helvetica Light"/>
                <a:cs typeface="Helvetica Light"/>
              </a:rPr>
              <a:t>Nom du projet</a:t>
            </a:r>
            <a:endParaRPr lang="fr-FR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3079529" y="6968071"/>
            <a:ext cx="8132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 rtl="0">
              <a:buFontTx/>
              <a:buNone/>
              <a:defRPr lang="en-US" sz="1300" b="1" smtClean="0">
                <a:latin typeface="Helvetica Light"/>
                <a:cs typeface="Helvetica Light"/>
              </a:defRPr>
            </a:lvl1pPr>
            <a:lvl2pPr>
              <a:defRPr lang="en-US" sz="2500" smtClean="0"/>
            </a:lvl2pPr>
            <a:lvl3pPr>
              <a:defRPr lang="en-US" sz="2500" smtClean="0"/>
            </a:lvl3pPr>
            <a:lvl4pPr>
              <a:defRPr lang="en-US" sz="2500" smtClean="0"/>
            </a:lvl4pPr>
            <a:lvl5pPr>
              <a:defRPr lang="fr-FR" sz="2500"/>
            </a:lvl5pPr>
          </a:lstStyle>
          <a:p>
            <a:pPr marL="0" lvl="0" algn="ctr" defTabSz="624398"/>
            <a:r>
              <a:rPr lang="fr-FR" sz="1300" b="1">
                <a:latin typeface="Helvetica Light"/>
                <a:cs typeface="Helvetica Light"/>
              </a:rPr>
              <a:t>Bordeaux,</a:t>
            </a:r>
            <a:r>
              <a:rPr lang="fr-FR" sz="1300" b="1" baseline="0">
                <a:latin typeface="Helvetica Light"/>
                <a:cs typeface="Helvetica Light"/>
              </a:rPr>
              <a:t> le </a:t>
            </a:r>
            <a:fld id="{50DBCFB2-B6A8-4893-9833-984AA829BB7D}" type="datetime4">
              <a:rPr lang="fr-FR" sz="1300" b="1" baseline="0" smtClean="0">
                <a:latin typeface="Helvetica Light"/>
                <a:cs typeface="Helvetica Light"/>
              </a:rPr>
              <a:t>29 juin 2020</a:t>
            </a:fld>
            <a:endParaRPr lang="fr-FR"/>
          </a:p>
        </p:txBody>
      </p:sp>
      <p:sp>
        <p:nvSpPr>
          <p:cNvPr id="8" name="Espace réservé pour une image  7"/>
          <p:cNvSpPr>
            <a:spLocks noGrp="1"/>
          </p:cNvSpPr>
          <p:nvPr>
            <p:ph type="pic" sz="quarter" idx="10"/>
          </p:nvPr>
        </p:nvSpPr>
        <p:spPr>
          <a:xfrm>
            <a:off x="0" y="1590829"/>
            <a:ext cx="14292263" cy="4320000"/>
          </a:xfrm>
          <a:prstGeom prst="rect">
            <a:avLst/>
          </a:prstGeom>
        </p:spPr>
        <p:txBody>
          <a:bodyPr vert="horz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412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45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86959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texte 16"/>
          <p:cNvSpPr>
            <a:spLocks noGrp="1"/>
          </p:cNvSpPr>
          <p:nvPr>
            <p:ph type="body" sz="quarter" idx="13" hasCustomPrompt="1"/>
          </p:nvPr>
        </p:nvSpPr>
        <p:spPr>
          <a:xfrm>
            <a:off x="333375" y="1813734"/>
            <a:ext cx="13598525" cy="661720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spcBef>
                <a:spcPts val="1200"/>
              </a:spcBef>
              <a:defRPr sz="1500">
                <a:latin typeface="Helvetica"/>
                <a:cs typeface="Helvetica"/>
              </a:defRPr>
            </a:lvl1pPr>
            <a:lvl2pPr marL="450850" indent="-184150" rtl="0">
              <a:spcBef>
                <a:spcPts val="0"/>
              </a:spcBef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spcBef>
                <a:spcPts val="0"/>
              </a:spcBef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4" y="204925"/>
            <a:ext cx="13600800" cy="80021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7777"/>
          </a:xfrm>
        </p:spPr>
        <p:txBody>
          <a:bodyPr vert="horz" wrap="square" lIns="0" tIns="0" rIns="0" bIns="0">
            <a:spAutoFit/>
          </a:bodyPr>
          <a:lstStyle>
            <a:lvl1pPr marL="468299" indent="-468299" rtl="0">
              <a:buFontTx/>
              <a:buNone/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532593"/>
            <a:ext cx="13600800" cy="169277"/>
          </a:xfrm>
        </p:spPr>
        <p:txBody>
          <a:bodyPr vert="horz" wrap="square" lIns="0" tIns="0" rIns="0" bIns="0" anchor="b">
            <a:spAutoFit/>
          </a:bodyPr>
          <a:lstStyle>
            <a:lvl1pPr marL="468299" indent="-468299" rtl="0">
              <a:spcBef>
                <a:spcPts val="0"/>
              </a:spcBef>
              <a:buFontTx/>
              <a:buNone/>
              <a:defRPr lang="en-US" sz="1100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C16E5E6E-7887-526B-8FA8-FBB15A4C7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8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179854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98621" y="6928534"/>
            <a:ext cx="673200" cy="401638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8738886" y="7228501"/>
            <a:ext cx="1963911" cy="16671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>
              <a:lnSpc>
                <a:spcPts val="1300"/>
              </a:lnSpc>
            </a:pPr>
            <a:fld id="{C3196561-927A-4F7E-95F1-3164A9560D08}" type="datetime6">
              <a:rPr lang="fr-FR" smtClean="0"/>
              <a:pPr>
                <a:lnSpc>
                  <a:spcPts val="1300"/>
                </a:lnSpc>
              </a:pPr>
              <a:t>novembre 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8738886" y="6895076"/>
            <a:ext cx="1963911" cy="16671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>
              <a:lnSpc>
                <a:spcPts val="1300"/>
              </a:lnSpc>
            </a:pPr>
            <a:endParaRPr lang="fr-FR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4292263" cy="7562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249350" y="357325"/>
            <a:ext cx="13600800" cy="4001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 defTabSz="624398" rtl="0" eaLnBrk="1" latinLnBrk="0" hangingPunct="1">
              <a:lnSpc>
                <a:spcPct val="100000"/>
              </a:lnSpc>
              <a:spcBef>
                <a:spcPts val="24"/>
              </a:spcBef>
              <a:buNone/>
              <a:defRPr lang="fr-FR" sz="2600" b="1" kern="1200" dirty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</a:lstStyle>
          <a:p>
            <a:pPr algn="ctr" rtl="0"/>
            <a:r>
              <a:rPr lang="fr-FR"/>
              <a:t>Sommaire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285875" y="1657350"/>
            <a:ext cx="11706225" cy="1013611"/>
          </a:xfrm>
        </p:spPr>
        <p:txBody>
          <a:bodyPr/>
          <a:lstStyle>
            <a:lvl1pPr rtl="0">
              <a:spcBef>
                <a:spcPts val="1200"/>
              </a:spcBef>
              <a:buFont typeface="+mj-lt"/>
              <a:buAutoNum type="arabicPeriod"/>
              <a:defRPr sz="2500"/>
            </a:lvl1pPr>
            <a:lvl2pPr marL="803275" indent="-350838" rtl="0">
              <a:spcBef>
                <a:spcPts val="200"/>
              </a:spcBef>
              <a:buFont typeface="+mj-lt"/>
              <a:buAutoNum type="alphaLcParenR"/>
              <a:defRPr sz="2000"/>
            </a:lvl2pPr>
            <a:lvl3pPr marL="1165225" indent="-361950" rtl="0">
              <a:buFont typeface="+mj-lt"/>
              <a:buAutoNum type="romanLcPeriod"/>
              <a:defRPr sz="16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text</a:t>
            </a:r>
            <a:r>
              <a:rPr lang="fr-FR"/>
              <a:t> styles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64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&amp; Commentai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44777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texte 16"/>
          <p:cNvSpPr>
            <a:spLocks noGrp="1"/>
          </p:cNvSpPr>
          <p:nvPr>
            <p:ph type="body" sz="quarter" idx="13" hasCustomPrompt="1"/>
          </p:nvPr>
        </p:nvSpPr>
        <p:spPr>
          <a:xfrm>
            <a:off x="8657864" y="2060867"/>
            <a:ext cx="5274036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7" name="Espace réservé du texte 18"/>
          <p:cNvSpPr>
            <a:spLocks noGrp="1"/>
          </p:cNvSpPr>
          <p:nvPr>
            <p:ph type="body" sz="quarter" idx="14" hasCustomPrompt="1"/>
          </p:nvPr>
        </p:nvSpPr>
        <p:spPr>
          <a:xfrm>
            <a:off x="8657864" y="1629257"/>
            <a:ext cx="5274036" cy="2616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rtl="0">
              <a:buNone/>
              <a:defRPr sz="1700" b="1">
                <a:latin typeface="Helvetica"/>
                <a:cs typeface="Helvetica"/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4" y="204925"/>
            <a:ext cx="13600800" cy="80021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7777"/>
          </a:xfrm>
        </p:spPr>
        <p:txBody>
          <a:bodyPr vert="horz" wrap="square" lIns="0" tIns="0" rIns="0" bIns="0">
            <a:spAutoFit/>
          </a:bodyPr>
          <a:lstStyle>
            <a:lvl1pPr marL="468299" indent="-468299" rtl="0">
              <a:buFontTx/>
              <a:buNone/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532593"/>
            <a:ext cx="13600800" cy="169277"/>
          </a:xfrm>
        </p:spPr>
        <p:txBody>
          <a:bodyPr vert="horz" wrap="square" lIns="0" tIns="0" rIns="0" bIns="0" anchor="b">
            <a:spAutoFit/>
          </a:bodyPr>
          <a:lstStyle>
            <a:lvl1pPr marL="468299" indent="-468299" rtl="0">
              <a:spcBef>
                <a:spcPts val="0"/>
              </a:spcBef>
              <a:buFontTx/>
              <a:buNone/>
              <a:defRPr lang="en-US" sz="1100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A0A6ECE0-0D5D-D42D-BA22-8E4E84B41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57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ous-tit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39583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texte 16"/>
          <p:cNvSpPr>
            <a:spLocks noGrp="1"/>
          </p:cNvSpPr>
          <p:nvPr>
            <p:ph type="body" sz="quarter" idx="13" hasCustomPrompt="1"/>
          </p:nvPr>
        </p:nvSpPr>
        <p:spPr>
          <a:xfrm>
            <a:off x="7301336" y="2060867"/>
            <a:ext cx="6630133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7" name="Espace réservé du texte 18"/>
          <p:cNvSpPr>
            <a:spLocks noGrp="1"/>
          </p:cNvSpPr>
          <p:nvPr>
            <p:ph type="body" sz="quarter" idx="14" hasCustomPrompt="1"/>
          </p:nvPr>
        </p:nvSpPr>
        <p:spPr>
          <a:xfrm>
            <a:off x="7301336" y="1629257"/>
            <a:ext cx="6630133" cy="2616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rtl="0">
              <a:buNone/>
              <a:defRPr sz="1700" b="1">
                <a:latin typeface="Helvetica"/>
                <a:cs typeface="Helvetica"/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4" y="204925"/>
            <a:ext cx="13600800" cy="80021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7777"/>
          </a:xfrm>
        </p:spPr>
        <p:txBody>
          <a:bodyPr vert="horz" wrap="square" lIns="0" tIns="0" rIns="0" bIns="0">
            <a:spAutoFit/>
          </a:bodyPr>
          <a:lstStyle>
            <a:lvl1pPr marL="468299" indent="-468299" rtl="0">
              <a:buFontTx/>
              <a:buNone/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532593"/>
            <a:ext cx="13600800" cy="169277"/>
          </a:xfrm>
        </p:spPr>
        <p:txBody>
          <a:bodyPr vert="horz" wrap="square" lIns="0" tIns="0" rIns="0" bIns="0" anchor="b">
            <a:spAutoFit/>
          </a:bodyPr>
          <a:lstStyle>
            <a:lvl1pPr marL="468299" indent="-468299" rtl="0">
              <a:spcBef>
                <a:spcPts val="0"/>
              </a:spcBef>
              <a:buFontTx/>
              <a:buNone/>
              <a:defRPr lang="en-US" sz="1100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  <p:sp>
        <p:nvSpPr>
          <p:cNvPr id="11" name="Espace réservé du texte 16"/>
          <p:cNvSpPr>
            <a:spLocks noGrp="1"/>
          </p:cNvSpPr>
          <p:nvPr>
            <p:ph type="body" sz="quarter" idx="17" hasCustomPrompt="1"/>
          </p:nvPr>
        </p:nvSpPr>
        <p:spPr>
          <a:xfrm>
            <a:off x="333374" y="2060867"/>
            <a:ext cx="6630133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14" name="Espace réservé du texte 18"/>
          <p:cNvSpPr>
            <a:spLocks noGrp="1"/>
          </p:cNvSpPr>
          <p:nvPr>
            <p:ph type="body" sz="quarter" idx="18" hasCustomPrompt="1"/>
          </p:nvPr>
        </p:nvSpPr>
        <p:spPr>
          <a:xfrm>
            <a:off x="333374" y="1629257"/>
            <a:ext cx="6630133" cy="2616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rtl="0">
              <a:buNone/>
              <a:defRPr sz="1700" b="1">
                <a:latin typeface="Helvetica"/>
                <a:cs typeface="Helvetica"/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02605E4D-0F92-9946-92EB-5BE7A8EBB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88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s partie / sous-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95048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texte 16"/>
          <p:cNvSpPr>
            <a:spLocks noGrp="1"/>
          </p:cNvSpPr>
          <p:nvPr>
            <p:ph type="body" sz="quarter" idx="13" hasCustomPrompt="1"/>
          </p:nvPr>
        </p:nvSpPr>
        <p:spPr>
          <a:xfrm>
            <a:off x="2335123" y="2060868"/>
            <a:ext cx="5677754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7" name="Espace réservé du texte 18"/>
          <p:cNvSpPr>
            <a:spLocks noGrp="1"/>
          </p:cNvSpPr>
          <p:nvPr>
            <p:ph type="body" sz="quarter" idx="14" hasCustomPrompt="1"/>
          </p:nvPr>
        </p:nvSpPr>
        <p:spPr>
          <a:xfrm>
            <a:off x="2335123" y="1629257"/>
            <a:ext cx="5677754" cy="2616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rtl="0">
              <a:buNone/>
              <a:defRPr sz="1700" b="1">
                <a:latin typeface="Helvetica"/>
                <a:cs typeface="Helvetica"/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4" y="204925"/>
            <a:ext cx="13600800" cy="80021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7777"/>
          </a:xfrm>
        </p:spPr>
        <p:txBody>
          <a:bodyPr vert="horz" wrap="square" lIns="0" tIns="0" rIns="0" bIns="0">
            <a:spAutoFit/>
          </a:bodyPr>
          <a:lstStyle>
            <a:lvl1pPr marL="468299" indent="-468299" rtl="0">
              <a:buFontTx/>
              <a:buNone/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532593"/>
            <a:ext cx="13600800" cy="169277"/>
          </a:xfrm>
        </p:spPr>
        <p:txBody>
          <a:bodyPr vert="horz" wrap="square" lIns="0" tIns="0" rIns="0" bIns="0" anchor="b">
            <a:spAutoFit/>
          </a:bodyPr>
          <a:lstStyle>
            <a:lvl1pPr marL="468299" indent="-468299" rtl="0">
              <a:spcBef>
                <a:spcPts val="0"/>
              </a:spcBef>
              <a:buFontTx/>
              <a:buNone/>
              <a:defRPr lang="en-US" sz="1100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333374" y="2060867"/>
            <a:ext cx="1707299" cy="1956458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 rtl="0">
              <a:buFontTx/>
              <a:buNone/>
              <a:defRPr sz="1300" b="1" baseline="0">
                <a:solidFill>
                  <a:schemeClr val="bg1"/>
                </a:solidFill>
              </a:defRPr>
            </a:lvl1pPr>
            <a:lvl2pPr marL="624398" indent="0" algn="ctr"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1248796" indent="0" algn="ctr">
              <a:buFontTx/>
              <a:buNone/>
              <a:defRPr sz="1300" b="1">
                <a:solidFill>
                  <a:schemeClr val="bg1"/>
                </a:solidFill>
              </a:defRPr>
            </a:lvl3pPr>
            <a:lvl4pPr marL="1873194" indent="0" algn="ctr">
              <a:buFontTx/>
              <a:buNone/>
              <a:defRPr sz="1300" b="1">
                <a:solidFill>
                  <a:schemeClr val="bg1"/>
                </a:solidFill>
              </a:defRPr>
            </a:lvl4pPr>
            <a:lvl5pPr marL="2497592" indent="0" algn="ctr">
              <a:buFontTx/>
              <a:buNone/>
              <a:defRPr sz="13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Partie 1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33374" y="4309999"/>
            <a:ext cx="1707299" cy="1956458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 rtl="0">
              <a:buFontTx/>
              <a:buNone/>
              <a:defRPr sz="1300" b="1" baseline="0">
                <a:solidFill>
                  <a:schemeClr val="bg1"/>
                </a:solidFill>
              </a:defRPr>
            </a:lvl1pPr>
            <a:lvl2pPr marL="624398" indent="0" algn="ctr"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1248796" indent="0" algn="ctr">
              <a:buFontTx/>
              <a:buNone/>
              <a:defRPr sz="1300" b="1">
                <a:solidFill>
                  <a:schemeClr val="bg1"/>
                </a:solidFill>
              </a:defRPr>
            </a:lvl3pPr>
            <a:lvl4pPr marL="1873194" indent="0" algn="ctr">
              <a:buFontTx/>
              <a:buNone/>
              <a:defRPr sz="1300" b="1">
                <a:solidFill>
                  <a:schemeClr val="bg1"/>
                </a:solidFill>
              </a:defRPr>
            </a:lvl4pPr>
            <a:lvl5pPr marL="2497592" indent="0" algn="ctr">
              <a:buFontTx/>
              <a:buNone/>
              <a:defRPr sz="13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Partie 2</a:t>
            </a:r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9" hasCustomPrompt="1"/>
          </p:nvPr>
        </p:nvSpPr>
        <p:spPr>
          <a:xfrm>
            <a:off x="8256420" y="2060868"/>
            <a:ext cx="5677754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20" hasCustomPrompt="1"/>
          </p:nvPr>
        </p:nvSpPr>
        <p:spPr>
          <a:xfrm>
            <a:off x="8256420" y="1629257"/>
            <a:ext cx="5677754" cy="2616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rtl="0">
              <a:buNone/>
              <a:defRPr sz="1700" b="1">
                <a:latin typeface="Helvetica"/>
                <a:cs typeface="Helvetica"/>
              </a:defRPr>
            </a:lvl1pPr>
          </a:lstStyle>
          <a:p>
            <a:pPr lvl="0"/>
            <a:r>
              <a:rPr lang="fr-FR"/>
              <a:t>Titre de la partie</a:t>
            </a:r>
          </a:p>
        </p:txBody>
      </p:sp>
      <p:sp>
        <p:nvSpPr>
          <p:cNvPr id="20" name="Espace réservé du texte 16"/>
          <p:cNvSpPr>
            <a:spLocks noGrp="1"/>
          </p:cNvSpPr>
          <p:nvPr>
            <p:ph type="body" sz="quarter" idx="21" hasCustomPrompt="1"/>
          </p:nvPr>
        </p:nvSpPr>
        <p:spPr>
          <a:xfrm>
            <a:off x="2335123" y="4309999"/>
            <a:ext cx="5677754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21" name="Espace réservé du texte 16"/>
          <p:cNvSpPr>
            <a:spLocks noGrp="1"/>
          </p:cNvSpPr>
          <p:nvPr>
            <p:ph type="body" sz="quarter" idx="22" hasCustomPrompt="1"/>
          </p:nvPr>
        </p:nvSpPr>
        <p:spPr>
          <a:xfrm>
            <a:off x="8256420" y="4309999"/>
            <a:ext cx="5677754" cy="747897"/>
          </a:xfrm>
          <a:prstGeom prst="rect">
            <a:avLst/>
          </a:prstGeom>
        </p:spPr>
        <p:txBody>
          <a:bodyPr vert="horz" lIns="0" tIns="0" rIns="0" bIns="0"/>
          <a:lstStyle>
            <a:lvl1pPr marL="266700" indent="-266700" rtl="0">
              <a:defRPr sz="1500">
                <a:latin typeface="Helvetica"/>
                <a:cs typeface="Helvetica"/>
              </a:defRPr>
            </a:lvl1pPr>
            <a:lvl2pPr marL="450850" indent="-184150" rtl="0">
              <a:defRPr sz="1500" baseline="0"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 marL="717550" indent="-266700" rtl="0">
              <a:buFont typeface="Courier New" panose="02070309020205020404" pitchFamily="49" charset="0"/>
              <a:buChar char="o"/>
              <a:defRPr sz="1300" i="1">
                <a:latin typeface="Helvetica" panose="020B0604020202020204" pitchFamily="34" charset="0"/>
                <a:cs typeface="Helvetica" panose="020B0604020202020204" pitchFamily="34" charset="0"/>
              </a:defRPr>
            </a:lvl3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Puce numéro 3</a:t>
            </a:r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D594CE4C-0A5F-DAA3-704A-6202D80D0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2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76067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-204249"/>
            <a:ext cx="14292263" cy="77781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2EDF056C-AD89-4C2B-A08F-7E3844AACD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152127" y="995608"/>
            <a:ext cx="7988009" cy="557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5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9C60384-D751-4BE5-62A9-59A83F93DE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9557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C60384-D751-4BE5-62A9-59A83F93D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6A4B244D-ABF4-9ECC-0F7A-8ED0A8EA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4" y="204925"/>
            <a:ext cx="13600800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3908D6-E794-48F2-A92C-20A458495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151480"/>
            <a:ext cx="13600799" cy="1785104"/>
          </a:xfrm>
        </p:spPr>
        <p:txBody>
          <a:bodyPr/>
          <a:lstStyle>
            <a:lvl1pPr rtl="0">
              <a:defRPr sz="2000"/>
            </a:lvl1pPr>
            <a:lvl2pPr rtl="0">
              <a:defRPr sz="2000"/>
            </a:lvl2pPr>
            <a:lvl3pPr rtl="0">
              <a:defRPr sz="2000"/>
            </a:lvl3pPr>
            <a:lvl4pPr rtl="0">
              <a:defRPr sz="2000"/>
            </a:lvl4pPr>
            <a:lvl5pPr rtl="0"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218B6169-D6FC-266A-B1C2-1908E62E0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7DF899-DD53-894F-24B1-7109F2B61F8C}"/>
              </a:ext>
            </a:extLst>
          </p:cNvPr>
          <p:cNvSpPr/>
          <p:nvPr userDrawn="1"/>
        </p:nvSpPr>
        <p:spPr>
          <a:xfrm>
            <a:off x="14415958" y="4907666"/>
            <a:ext cx="810228" cy="333425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61E1B-A8FC-2542-6984-0875BCEC2145}"/>
              </a:ext>
            </a:extLst>
          </p:cNvPr>
          <p:cNvSpPr/>
          <p:nvPr userDrawn="1"/>
        </p:nvSpPr>
        <p:spPr>
          <a:xfrm>
            <a:off x="14415958" y="4467252"/>
            <a:ext cx="810228" cy="333425"/>
          </a:xfrm>
          <a:prstGeom prst="rect">
            <a:avLst/>
          </a:prstGeom>
          <a:solidFill>
            <a:srgbClr val="C4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6F4B4E-6AB3-5903-1D8D-2A86ACA2E3E8}"/>
              </a:ext>
            </a:extLst>
          </p:cNvPr>
          <p:cNvSpPr/>
          <p:nvPr userDrawn="1"/>
        </p:nvSpPr>
        <p:spPr>
          <a:xfrm>
            <a:off x="14415958" y="3987509"/>
            <a:ext cx="810228" cy="333425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75B025-F05F-EDA1-8165-3E3708C34B3B}"/>
              </a:ext>
            </a:extLst>
          </p:cNvPr>
          <p:cNvSpPr/>
          <p:nvPr userDrawn="1"/>
        </p:nvSpPr>
        <p:spPr>
          <a:xfrm>
            <a:off x="14415958" y="3509010"/>
            <a:ext cx="810228" cy="3334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08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ss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28" progId="TCLayout.ActiveDocument.1">
                  <p:embed/>
                </p:oleObj>
              </mc:Choice>
              <mc:Fallback>
                <p:oleObj name="think-cell Slide" r:id="rId4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BA3314-83C9-4E10-BDC2-ED3355EAB6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3" y="204926"/>
            <a:ext cx="13600800" cy="81458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 sz="2647"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5468"/>
          </a:xfrm>
        </p:spPr>
        <p:txBody>
          <a:bodyPr vert="horz" wrap="square" lIns="0" tIns="0" rIns="0" bIns="0">
            <a:spAutoFit/>
          </a:bodyPr>
          <a:lstStyle>
            <a:lvl1pPr marL="440523" indent="-440523" rtl="0">
              <a:buFontTx/>
              <a:buNone/>
              <a:defRPr lang="en-US" sz="1985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906272"/>
            <a:ext cx="13600800" cy="152734"/>
          </a:xfrm>
        </p:spPr>
        <p:txBody>
          <a:bodyPr vert="horz" wrap="square" lIns="0" tIns="0" rIns="0" bIns="0" anchor="b">
            <a:spAutoFit/>
          </a:bodyPr>
          <a:lstStyle>
            <a:lvl1pPr marL="440523" indent="-440523" rtl="0">
              <a:spcBef>
                <a:spcPts val="0"/>
              </a:spcBef>
              <a:buFontTx/>
              <a:buNone/>
              <a:defRPr lang="en-US" sz="993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</p:spTree>
    <p:extLst>
      <p:ext uri="{BB962C8B-B14F-4D97-AF65-F5344CB8AC3E}">
        <p14:creationId xmlns:p14="http://schemas.microsoft.com/office/powerpoint/2010/main" val="105202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G sans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55FEC128-CC22-4897-AA23-B11ECB0E7D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2768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55FEC128-CC22-4897-AA23-B11ECB0E7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248F5F51-9561-4077-B828-3F7F3CE1B3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109" y="1607229"/>
            <a:ext cx="7153275" cy="553085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376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NOM DU CLIENT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10B0A209-D5A6-4BD3-AC1A-365DB5354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54" y="2482482"/>
            <a:ext cx="7153275" cy="27699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693">
                <a:solidFill>
                  <a:schemeClr val="bg1"/>
                </a:solidFill>
                <a:latin typeface="Helvetica Light"/>
                <a:ea typeface="GungsuhChe" panose="020B0503020000020004" pitchFamily="49" charset="-127"/>
                <a:cs typeface="Helvetica" panose="020B0604020202020204" pitchFamily="34" charset="0"/>
              </a:defRPr>
            </a:lvl1pPr>
          </a:lstStyle>
          <a:p>
            <a:pPr lvl="0"/>
            <a:r>
              <a:rPr lang="fr-FR"/>
              <a:t>Nom du projet </a:t>
            </a:r>
          </a:p>
        </p:txBody>
      </p:sp>
    </p:spTree>
    <p:extLst>
      <p:ext uri="{BB962C8B-B14F-4D97-AF65-F5344CB8AC3E}">
        <p14:creationId xmlns:p14="http://schemas.microsoft.com/office/powerpoint/2010/main" val="281389607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F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4391984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7C31498-F92E-497C-96A8-3140733CAB77}"/>
              </a:ext>
            </a:extLst>
          </p:cNvPr>
          <p:cNvCxnSpPr/>
          <p:nvPr userDrawn="1"/>
        </p:nvCxnSpPr>
        <p:spPr>
          <a:xfrm>
            <a:off x="225911" y="6970010"/>
            <a:ext cx="13694484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pour une image  7">
            <a:extLst>
              <a:ext uri="{FF2B5EF4-FFF2-40B4-BE49-F238E27FC236}">
                <a16:creationId xmlns:a16="http://schemas.microsoft.com/office/drawing/2014/main" id="{6FFAB7CD-2A91-4404-B1E3-0A0E2A6E2C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2800" y="1607230"/>
            <a:ext cx="5859463" cy="4137347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6D1532E-5136-480C-ABFD-AC173081B21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5525" y="7049291"/>
            <a:ext cx="264406" cy="401635"/>
          </a:xfrm>
          <a:prstGeom prst="rect">
            <a:avLst/>
          </a:prstGeom>
        </p:spPr>
      </p:pic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55D0D1C3-8845-4BF6-9C2F-AC43C19DEB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109" y="1607229"/>
            <a:ext cx="7153275" cy="553085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376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NOM DU CLIENT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FA9DC103-3A14-4E0A-98EF-D467BAE64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54" y="2482482"/>
            <a:ext cx="7153275" cy="27699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693">
                <a:solidFill>
                  <a:schemeClr val="bg1"/>
                </a:solidFill>
                <a:latin typeface="Helvetica Light"/>
                <a:ea typeface="GungsuhChe" panose="020B0503020000020004" pitchFamily="49" charset="-127"/>
                <a:cs typeface="Helvetica" panose="020B0604020202020204" pitchFamily="34" charset="0"/>
              </a:defRPr>
            </a:lvl1pPr>
          </a:lstStyle>
          <a:p>
            <a:pPr lvl="0"/>
            <a:r>
              <a:rPr lang="fr-FR"/>
              <a:t>Nom du projet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6799954-4C86-4F08-B260-9542B59AB736}"/>
              </a:ext>
            </a:extLst>
          </p:cNvPr>
          <p:cNvSpPr txBox="1"/>
          <p:nvPr userDrawn="1"/>
        </p:nvSpPr>
        <p:spPr>
          <a:xfrm>
            <a:off x="1620205" y="7111610"/>
            <a:ext cx="1018227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1129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Confidentiel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9F71367-6649-39E1-8FE7-05AD918041B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2C1510-1187-7DC2-19E9-8539DDD5A0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25912" y="7032564"/>
            <a:ext cx="505609" cy="401638"/>
          </a:xfrm>
          <a:prstGeom prst="rect">
            <a:avLst/>
          </a:prstGeom>
        </p:spPr>
        <p:txBody>
          <a:bodyPr/>
          <a:lstStyle/>
          <a:p>
            <a:fld id="{313F6CCF-76F6-4A78-83FA-732C558B28B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985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class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7993255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28" progId="TCLayout.ActiveDocument.1">
                  <p:embed/>
                </p:oleObj>
              </mc:Choice>
              <mc:Fallback>
                <p:oleObj name="think-cell Slide" r:id="rId4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BA3314-83C9-4E10-BDC2-ED3355EAB6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3" y="204926"/>
            <a:ext cx="13600800" cy="73327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 sz="2647"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1633728"/>
          </a:xfrm>
        </p:spPr>
        <p:txBody>
          <a:bodyPr vert="horz" wrap="square" lIns="0" tIns="0" rIns="0" bIns="0">
            <a:spAutoFit/>
          </a:bodyPr>
          <a:lstStyle>
            <a:lvl1pPr marL="440523" indent="-440523" rtl="0">
              <a:buFontTx/>
              <a:buNone/>
              <a:defRPr lang="en-US" sz="1985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241758"/>
            <a:ext cx="13600800" cy="817248"/>
          </a:xfrm>
        </p:spPr>
        <p:txBody>
          <a:bodyPr vert="horz" wrap="square" lIns="0" tIns="0" rIns="0" bIns="0" anchor="b">
            <a:spAutoFit/>
          </a:bodyPr>
          <a:lstStyle>
            <a:lvl1pPr marL="440523" indent="-440523" rtl="0">
              <a:spcBef>
                <a:spcPts val="0"/>
              </a:spcBef>
              <a:buFontTx/>
              <a:buNone/>
              <a:defRPr lang="en-US" sz="993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</p:spTree>
    <p:extLst>
      <p:ext uri="{BB962C8B-B14F-4D97-AF65-F5344CB8AC3E}">
        <p14:creationId xmlns:p14="http://schemas.microsoft.com/office/powerpoint/2010/main" val="3516574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DG sans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55FEC128-CC22-4897-AA23-B11ECB0E7D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6890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55FEC128-CC22-4897-AA23-B11ECB0E7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1" descr="Une image contenant logo&#10;&#10;Description générée automatiquement">
            <a:extLst>
              <a:ext uri="{FF2B5EF4-FFF2-40B4-BE49-F238E27FC236}">
                <a16:creationId xmlns:a16="http://schemas.microsoft.com/office/drawing/2014/main" id="{962CF94A-1519-87E9-09A6-A4C57CB4B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03" y="174741"/>
            <a:ext cx="1319854" cy="142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52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9073181"/>
              </p:ext>
            </p:extLst>
          </p:nvPr>
        </p:nvGraphicFramePr>
        <p:xfrm>
          <a:off x="1591" y="159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3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E5355B14-EA08-4ED7-AA3C-A7CFD23EB619}"/>
              </a:ext>
            </a:extLst>
          </p:cNvPr>
          <p:cNvSpPr txBox="1"/>
          <p:nvPr/>
        </p:nvSpPr>
        <p:spPr>
          <a:xfrm>
            <a:off x="6146173" y="497670"/>
            <a:ext cx="232125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2352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SOMMAIRE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483881B-2767-4D4C-8C3A-7504A18BA83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1906766" y="3911604"/>
            <a:ext cx="2486004" cy="377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42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gradFill>
          <a:gsLst>
            <a:gs pos="0">
              <a:srgbClr val="252215"/>
            </a:gs>
            <a:gs pos="100000">
              <a:srgbClr val="948A5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B6E6044A-3E4F-4850-9B56-91FCDCF196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6776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B6E6044A-3E4F-4850-9B56-91FCDCF196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BDB4A199-80CD-4028-9457-563A70C3E7D6}"/>
              </a:ext>
            </a:extLst>
          </p:cNvPr>
          <p:cNvGrpSpPr/>
          <p:nvPr/>
        </p:nvGrpSpPr>
        <p:grpSpPr>
          <a:xfrm>
            <a:off x="5541844" y="1665659"/>
            <a:ext cx="3208577" cy="4222142"/>
            <a:chOff x="5479256" y="1346102"/>
            <a:chExt cx="3208577" cy="422214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DEF6EB1B-76C9-4ABD-A187-42BA6A360121}"/>
                </a:ext>
              </a:extLst>
            </p:cNvPr>
            <p:cNvSpPr txBox="1"/>
            <p:nvPr/>
          </p:nvSpPr>
          <p:spPr>
            <a:xfrm>
              <a:off x="5479256" y="4954677"/>
              <a:ext cx="3208577" cy="613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fr-FR" sz="3387" b="1">
                  <a:solidFill>
                    <a:srgbClr val="FAFAFA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RSR Conseil</a:t>
              </a:r>
            </a:p>
          </p:txBody>
        </p: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8ACBFE83-F8C9-4F7C-BF9B-156EC9F8C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7012" y="1346102"/>
              <a:ext cx="2353667" cy="3575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5979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9C60384-D751-4BE5-62A9-59A83F93DE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9557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C60384-D751-4BE5-62A9-59A83F93D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6A4B244D-ABF4-9ECC-0F7A-8ED0A8EA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4" y="204925"/>
            <a:ext cx="13600800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3908D6-E794-48F2-A92C-20A458495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151480"/>
            <a:ext cx="13600799" cy="1785104"/>
          </a:xfrm>
        </p:spPr>
        <p:txBody>
          <a:bodyPr/>
          <a:lstStyle>
            <a:lvl1pPr rtl="0">
              <a:defRPr sz="2000"/>
            </a:lvl1pPr>
            <a:lvl2pPr rtl="0">
              <a:defRPr sz="2000"/>
            </a:lvl2pPr>
            <a:lvl3pPr rtl="0">
              <a:defRPr sz="2000"/>
            </a:lvl3pPr>
            <a:lvl4pPr rtl="0">
              <a:defRPr sz="2000"/>
            </a:lvl4pPr>
            <a:lvl5pPr rtl="0"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218B6169-D6FC-266A-B1C2-1908E62E0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7DF899-DD53-894F-24B1-7109F2B61F8C}"/>
              </a:ext>
            </a:extLst>
          </p:cNvPr>
          <p:cNvSpPr/>
          <p:nvPr userDrawn="1"/>
        </p:nvSpPr>
        <p:spPr>
          <a:xfrm>
            <a:off x="14415958" y="4907666"/>
            <a:ext cx="810228" cy="333425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61E1B-A8FC-2542-6984-0875BCEC2145}"/>
              </a:ext>
            </a:extLst>
          </p:cNvPr>
          <p:cNvSpPr/>
          <p:nvPr userDrawn="1"/>
        </p:nvSpPr>
        <p:spPr>
          <a:xfrm>
            <a:off x="14415958" y="4467252"/>
            <a:ext cx="810228" cy="333425"/>
          </a:xfrm>
          <a:prstGeom prst="rect">
            <a:avLst/>
          </a:prstGeom>
          <a:solidFill>
            <a:srgbClr val="C4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6F4B4E-6AB3-5903-1D8D-2A86ACA2E3E8}"/>
              </a:ext>
            </a:extLst>
          </p:cNvPr>
          <p:cNvSpPr/>
          <p:nvPr userDrawn="1"/>
        </p:nvSpPr>
        <p:spPr>
          <a:xfrm>
            <a:off x="14415958" y="3987509"/>
            <a:ext cx="810228" cy="333425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75B025-F05F-EDA1-8165-3E3708C34B3B}"/>
              </a:ext>
            </a:extLst>
          </p:cNvPr>
          <p:cNvSpPr/>
          <p:nvPr userDrawn="1"/>
        </p:nvSpPr>
        <p:spPr>
          <a:xfrm>
            <a:off x="14415958" y="3509010"/>
            <a:ext cx="810228" cy="3334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76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6904421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0" y="-215265"/>
            <a:ext cx="14292263" cy="77781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693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2EDF056C-AD89-4C2B-A08F-7E3844AACD4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2129" y="995609"/>
            <a:ext cx="7708643" cy="537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2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lass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326716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28" progId="TCLayout.ActiveDocument.1">
                  <p:embed/>
                </p:oleObj>
              </mc:Choice>
              <mc:Fallback>
                <p:oleObj name="think-cell Slide" r:id="rId4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BA3314-83C9-4E10-BDC2-ED3355EAB6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 sz="2647"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5468"/>
          </a:xfrm>
        </p:spPr>
        <p:txBody>
          <a:bodyPr vert="horz" wrap="square" lIns="0" tIns="0" rIns="0" bIns="0">
            <a:spAutoFit/>
          </a:bodyPr>
          <a:lstStyle>
            <a:lvl1pPr marL="440523" indent="-440523" rtl="0">
              <a:buFontTx/>
              <a:buNone/>
              <a:defRPr lang="en-US" sz="1985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906207"/>
            <a:ext cx="13600800" cy="152799"/>
          </a:xfrm>
        </p:spPr>
        <p:txBody>
          <a:bodyPr vert="horz" wrap="square" lIns="0" tIns="0" rIns="0" bIns="0" anchor="b">
            <a:spAutoFit/>
          </a:bodyPr>
          <a:lstStyle>
            <a:lvl1pPr marL="440523" indent="-440523" rtl="0">
              <a:spcBef>
                <a:spcPts val="0"/>
              </a:spcBef>
              <a:buFontTx/>
              <a:buNone/>
              <a:defRPr lang="en-US" sz="993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</p:spTree>
    <p:extLst>
      <p:ext uri="{BB962C8B-B14F-4D97-AF65-F5344CB8AC3E}">
        <p14:creationId xmlns:p14="http://schemas.microsoft.com/office/powerpoint/2010/main" val="3629046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DG sans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55FEC128-CC22-4897-AA23-B11ECB0E7D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3916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55FEC128-CC22-4897-AA23-B11ECB0E7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1" descr="Une image contenant logo&#10;&#10;Description générée automatiquement">
            <a:extLst>
              <a:ext uri="{FF2B5EF4-FFF2-40B4-BE49-F238E27FC236}">
                <a16:creationId xmlns:a16="http://schemas.microsoft.com/office/drawing/2014/main" id="{962CF94A-1519-87E9-09A6-A4C57CB4B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03" y="174741"/>
            <a:ext cx="1319854" cy="142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9073181"/>
              </p:ext>
            </p:extLst>
          </p:nvPr>
        </p:nvGraphicFramePr>
        <p:xfrm>
          <a:off x="1591" y="159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3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E5355B14-EA08-4ED7-AA3C-A7CFD23EB619}"/>
              </a:ext>
            </a:extLst>
          </p:cNvPr>
          <p:cNvSpPr txBox="1"/>
          <p:nvPr/>
        </p:nvSpPr>
        <p:spPr>
          <a:xfrm>
            <a:off x="6146173" y="497670"/>
            <a:ext cx="232125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2352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SOMMAIRE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483881B-2767-4D4C-8C3A-7504A18BA83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1906766" y="3911604"/>
            <a:ext cx="2486004" cy="377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67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gradFill>
          <a:gsLst>
            <a:gs pos="0">
              <a:srgbClr val="252215"/>
            </a:gs>
            <a:gs pos="100000">
              <a:srgbClr val="948A5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B6E6044A-3E4F-4850-9B56-91FCDCF196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6776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B6E6044A-3E4F-4850-9B56-91FCDCF196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BDB4A199-80CD-4028-9457-563A70C3E7D6}"/>
              </a:ext>
            </a:extLst>
          </p:cNvPr>
          <p:cNvGrpSpPr/>
          <p:nvPr/>
        </p:nvGrpSpPr>
        <p:grpSpPr>
          <a:xfrm>
            <a:off x="5541844" y="1665659"/>
            <a:ext cx="3208577" cy="4222142"/>
            <a:chOff x="5479256" y="1346102"/>
            <a:chExt cx="3208577" cy="422214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DEF6EB1B-76C9-4ABD-A187-42BA6A360121}"/>
                </a:ext>
              </a:extLst>
            </p:cNvPr>
            <p:cNvSpPr txBox="1"/>
            <p:nvPr/>
          </p:nvSpPr>
          <p:spPr>
            <a:xfrm>
              <a:off x="5479256" y="4954677"/>
              <a:ext cx="3208577" cy="613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fr-FR" sz="3387" b="1">
                  <a:solidFill>
                    <a:srgbClr val="FAFAFA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RSR Conseil</a:t>
              </a:r>
            </a:p>
          </p:txBody>
        </p: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8ACBFE83-F8C9-4F7C-BF9B-156EC9F8C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7012" y="1346102"/>
              <a:ext cx="2353667" cy="3575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0027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6904421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0" y="-215265"/>
            <a:ext cx="14292263" cy="77781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693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2EDF056C-AD89-4C2B-A08F-7E3844AACD4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2129" y="995609"/>
            <a:ext cx="7708643" cy="537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82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lass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3326716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28" progId="TCLayout.ActiveDocument.1">
                  <p:embed/>
                </p:oleObj>
              </mc:Choice>
              <mc:Fallback>
                <p:oleObj name="think-cell Slide" r:id="rId4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BA3314-83C9-4E10-BDC2-ED3355EAB6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 sz="2647"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5468"/>
          </a:xfrm>
        </p:spPr>
        <p:txBody>
          <a:bodyPr vert="horz" wrap="square" lIns="0" tIns="0" rIns="0" bIns="0">
            <a:spAutoFit/>
          </a:bodyPr>
          <a:lstStyle>
            <a:lvl1pPr marL="440523" indent="-440523" rtl="0">
              <a:buFontTx/>
              <a:buNone/>
              <a:defRPr lang="en-US" sz="1985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906207"/>
            <a:ext cx="13600800" cy="152799"/>
          </a:xfrm>
        </p:spPr>
        <p:txBody>
          <a:bodyPr vert="horz" wrap="square" lIns="0" tIns="0" rIns="0" bIns="0" anchor="b">
            <a:spAutoFit/>
          </a:bodyPr>
          <a:lstStyle>
            <a:lvl1pPr marL="440523" indent="-440523" rtl="0">
              <a:spcBef>
                <a:spcPts val="0"/>
              </a:spcBef>
              <a:buFontTx/>
              <a:buNone/>
              <a:defRPr lang="en-US" sz="993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</p:spTree>
    <p:extLst>
      <p:ext uri="{BB962C8B-B14F-4D97-AF65-F5344CB8AC3E}">
        <p14:creationId xmlns:p14="http://schemas.microsoft.com/office/powerpoint/2010/main" val="4186455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ss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251739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28" progId="TCLayout.ActiveDocument.1">
                  <p:embed/>
                </p:oleObj>
              </mc:Choice>
              <mc:Fallback>
                <p:oleObj name="think-cell Slide" r:id="rId4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BA3314-83C9-4E10-BDC2-ED3355EAB6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 sz="2647"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5468"/>
          </a:xfrm>
        </p:spPr>
        <p:txBody>
          <a:bodyPr vert="horz" wrap="square" lIns="0" tIns="0" rIns="0" bIns="0">
            <a:spAutoFit/>
          </a:bodyPr>
          <a:lstStyle>
            <a:lvl1pPr marL="440523" indent="-440523" rtl="0">
              <a:buFontTx/>
              <a:buNone/>
              <a:defRPr lang="en-US" sz="1985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906207"/>
            <a:ext cx="13600800" cy="152799"/>
          </a:xfrm>
        </p:spPr>
        <p:txBody>
          <a:bodyPr vert="horz" wrap="square" lIns="0" tIns="0" rIns="0" bIns="0" anchor="b">
            <a:spAutoFit/>
          </a:bodyPr>
          <a:lstStyle>
            <a:lvl1pPr marL="440523" indent="-440523" rtl="0">
              <a:spcBef>
                <a:spcPts val="0"/>
              </a:spcBef>
              <a:buFontTx/>
              <a:buNone/>
              <a:defRPr lang="en-US" sz="993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</p:spTree>
    <p:extLst>
      <p:ext uri="{BB962C8B-B14F-4D97-AF65-F5344CB8AC3E}">
        <p14:creationId xmlns:p14="http://schemas.microsoft.com/office/powerpoint/2010/main" val="1370266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7252466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-215265"/>
            <a:ext cx="14292263" cy="77781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693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2EDF056C-AD89-4C2B-A08F-7E3844AACD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2129" y="995609"/>
            <a:ext cx="7708643" cy="537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174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DG sans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55FEC128-CC22-4897-AA23-B11ECB0E7D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689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55FEC128-CC22-4897-AA23-B11ECB0E7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248F5F51-9561-4077-B828-3F7F3CE1B3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109" y="1607229"/>
            <a:ext cx="7153275" cy="579047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376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NOM DU CLIENT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10B0A209-D5A6-4BD3-AC1A-365DB5354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54" y="2482482"/>
            <a:ext cx="7153275" cy="260497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693">
                <a:solidFill>
                  <a:schemeClr val="bg1"/>
                </a:solidFill>
                <a:latin typeface="Helvetica Light"/>
                <a:ea typeface="GungsuhChe" panose="020B0503020000020004" pitchFamily="49" charset="-127"/>
                <a:cs typeface="Helvetica" panose="020B0604020202020204" pitchFamily="34" charset="0"/>
              </a:defRPr>
            </a:lvl1pPr>
          </a:lstStyle>
          <a:p>
            <a:pPr lvl="0"/>
            <a:r>
              <a:rPr lang="fr-FR"/>
              <a:t>Nom du projet </a:t>
            </a:r>
          </a:p>
        </p:txBody>
      </p:sp>
      <p:sp>
        <p:nvSpPr>
          <p:cNvPr id="10" name="Espace réservé du numéro de diapositive 1">
            <a:extLst>
              <a:ext uri="{FF2B5EF4-FFF2-40B4-BE49-F238E27FC236}">
                <a16:creationId xmlns:a16="http://schemas.microsoft.com/office/drawing/2014/main" id="{8D094865-C9F0-49D6-8F38-C4704F1DD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5912" y="7054729"/>
            <a:ext cx="505609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29">
                <a:solidFill>
                  <a:schemeClr val="bg1"/>
                </a:solidFill>
                <a:latin typeface="Helvetica Light"/>
              </a:defRPr>
            </a:lvl1pPr>
          </a:lstStyle>
          <a:p>
            <a:fld id="{313F6CCF-76F6-4A78-83FA-732C558B28B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112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ss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251739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0" imgH="528" progId="TCLayout.ActiveDocument.1">
                  <p:embed/>
                </p:oleObj>
              </mc:Choice>
              <mc:Fallback>
                <p:oleObj name="think-cell Slide" r:id="rId4" imgW="530" imgH="528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BA3314-83C9-4E10-BDC2-ED3355EAB6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rtl="0">
              <a:defRPr sz="2647"/>
            </a:lvl1pPr>
          </a:lstStyle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3375" y="1151480"/>
            <a:ext cx="13600800" cy="305468"/>
          </a:xfrm>
        </p:spPr>
        <p:txBody>
          <a:bodyPr vert="horz" wrap="square" lIns="0" tIns="0" rIns="0" bIns="0">
            <a:spAutoFit/>
          </a:bodyPr>
          <a:lstStyle>
            <a:lvl1pPr marL="440523" indent="-440523" rtl="0">
              <a:buFontTx/>
              <a:buNone/>
              <a:defRPr lang="en-US" sz="1985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Sous-titre de la diapositive</a:t>
            </a:r>
          </a:p>
        </p:txBody>
      </p:sp>
      <p:sp>
        <p:nvSpPr>
          <p:cNvPr id="1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33375" y="6906207"/>
            <a:ext cx="13600800" cy="152799"/>
          </a:xfrm>
        </p:spPr>
        <p:txBody>
          <a:bodyPr vert="horz" wrap="square" lIns="0" tIns="0" rIns="0" bIns="0" anchor="b">
            <a:spAutoFit/>
          </a:bodyPr>
          <a:lstStyle>
            <a:lvl1pPr marL="440523" indent="-440523" rtl="0">
              <a:spcBef>
                <a:spcPts val="0"/>
              </a:spcBef>
              <a:buFontTx/>
              <a:buNone/>
              <a:defRPr lang="en-US" sz="993" i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indent="0"/>
            <a:r>
              <a:rPr lang="fr-FR"/>
              <a:t>Source : </a:t>
            </a:r>
          </a:p>
        </p:txBody>
      </p:sp>
    </p:spTree>
    <p:extLst>
      <p:ext uri="{BB962C8B-B14F-4D97-AF65-F5344CB8AC3E}">
        <p14:creationId xmlns:p14="http://schemas.microsoft.com/office/powerpoint/2010/main" val="35835937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7252466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28" progId="TCLayout.ActiveDocument.1">
                  <p:embed/>
                </p:oleObj>
              </mc:Choice>
              <mc:Fallback>
                <p:oleObj name="think-cell Slide" r:id="rId3" imgW="530" imgH="528" progId="TCLayout.ActiveDocument.1">
                  <p:embed/>
                  <p:pic>
                    <p:nvPicPr>
                      <p:cNvPr id="20" name="Object 1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-215265"/>
            <a:ext cx="14292263" cy="77781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693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2EDF056C-AD89-4C2B-A08F-7E3844AACD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2129" y="995609"/>
            <a:ext cx="7708643" cy="537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597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DG sans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55FEC128-CC22-4897-AA23-B11ECB0E7D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689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51" progId="TCLayout.ActiveDocument.1">
                  <p:embed/>
                </p:oleObj>
              </mc:Choice>
              <mc:Fallback>
                <p:oleObj name="think-cell Slide" r:id="rId3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55FEC128-CC22-4897-AA23-B11ECB0E7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248F5F51-9561-4077-B828-3F7F3CE1B3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109" y="1607229"/>
            <a:ext cx="7153275" cy="579047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376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NOM DU CLIENT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10B0A209-D5A6-4BD3-AC1A-365DB5354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54" y="2482482"/>
            <a:ext cx="7153275" cy="260497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693">
                <a:solidFill>
                  <a:schemeClr val="bg1"/>
                </a:solidFill>
                <a:latin typeface="Helvetica Light"/>
                <a:ea typeface="GungsuhChe" panose="020B0503020000020004" pitchFamily="49" charset="-127"/>
                <a:cs typeface="Helvetica" panose="020B0604020202020204" pitchFamily="34" charset="0"/>
              </a:defRPr>
            </a:lvl1pPr>
          </a:lstStyle>
          <a:p>
            <a:pPr lvl="0"/>
            <a:r>
              <a:rPr lang="fr-FR"/>
              <a:t>Nom du projet </a:t>
            </a:r>
          </a:p>
        </p:txBody>
      </p:sp>
      <p:sp>
        <p:nvSpPr>
          <p:cNvPr id="10" name="Espace réservé du numéro de diapositive 1">
            <a:extLst>
              <a:ext uri="{FF2B5EF4-FFF2-40B4-BE49-F238E27FC236}">
                <a16:creationId xmlns:a16="http://schemas.microsoft.com/office/drawing/2014/main" id="{8D094865-C9F0-49D6-8F38-C4704F1DD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5912" y="7054729"/>
            <a:ext cx="505609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29">
                <a:solidFill>
                  <a:schemeClr val="bg1"/>
                </a:solidFill>
                <a:latin typeface="Helvetica Light"/>
              </a:defRPr>
            </a:lvl1pPr>
          </a:lstStyle>
          <a:p>
            <a:fld id="{313F6CCF-76F6-4A78-83FA-732C558B28B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29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1.bin"/><Relationship Id="rId5" Type="http://schemas.openxmlformats.org/officeDocument/2006/relationships/tags" Target="../tags/tag1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15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ags" Target="../tags/tag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heme" Target="../theme/theme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9.bin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5.bin"/><Relationship Id="rId5" Type="http://schemas.openxmlformats.org/officeDocument/2006/relationships/tags" Target="../tags/tag29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heme" Target="../theme/theme6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19.bin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26.xml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10.png"/><Relationship Id="rId4" Type="http://schemas.openxmlformats.org/officeDocument/2006/relationships/theme" Target="../theme/theme7.xml"/><Relationship Id="rId9" Type="http://schemas.openxmlformats.org/officeDocument/2006/relationships/image" Target="../media/image9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29.xml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10.png"/><Relationship Id="rId4" Type="http://schemas.openxmlformats.org/officeDocument/2006/relationships/theme" Target="../theme/theme8.xml"/><Relationship Id="rId9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2173715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30" imgH="528" progId="TCLayout.ActiveDocument.1">
                  <p:embed/>
                </p:oleObj>
              </mc:Choice>
              <mc:Fallback>
                <p:oleObj name="think-cell Slide" r:id="rId13" imgW="530" imgH="528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0F33FCDC-6511-4D4A-81F8-C168767C983F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fr-FR" sz="2600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pic>
        <p:nvPicPr>
          <p:cNvPr id="16" name="Image 15" descr="Fond R&amp;R-01.jpg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" y="11575"/>
            <a:ext cx="14292072" cy="75590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1C51DC-CEC1-46A5-852E-EEF790C4B3F3}"/>
              </a:ext>
            </a:extLst>
          </p:cNvPr>
          <p:cNvSpPr/>
          <p:nvPr userDrawn="1"/>
        </p:nvSpPr>
        <p:spPr>
          <a:xfrm>
            <a:off x="0" y="6723386"/>
            <a:ext cx="14292263" cy="83946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20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3375" y="1151480"/>
            <a:ext cx="13600799" cy="30777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buNone/>
            </a:pPr>
            <a:r>
              <a:rPr lang="fr-FR"/>
              <a:t>Sous-titre de la diapositive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33374" y="204925"/>
            <a:ext cx="13600800" cy="80021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096013" y="6978753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1800">
                <a:solidFill>
                  <a:srgbClr val="FFFFFF"/>
                </a:solidFill>
                <a:latin typeface="Helvetica Light"/>
                <a:cs typeface="Helvetica Light"/>
              </a:rPr>
              <a:t>CONFIDENTIEL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EAD17D9-6B87-4C89-9CDD-7F73C15C4FBF}"/>
              </a:ext>
            </a:extLst>
          </p:cNvPr>
          <p:cNvGrpSpPr/>
          <p:nvPr userDrawn="1"/>
        </p:nvGrpSpPr>
        <p:grpSpPr>
          <a:xfrm>
            <a:off x="11455873" y="6830377"/>
            <a:ext cx="2038998" cy="620701"/>
            <a:chOff x="11455873" y="6830377"/>
            <a:chExt cx="2038998" cy="620701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1455873" y="6830377"/>
              <a:ext cx="2038998" cy="620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Image 6">
              <a:extLst>
                <a:ext uri="{FF2B5EF4-FFF2-40B4-BE49-F238E27FC236}">
                  <a16:creationId xmlns:a16="http://schemas.microsoft.com/office/drawing/2014/main" id="{A7D547F5-92C4-4659-AAB6-E4322325AD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6"/>
            <a:srcRect l="14837" t="61622" r="14837"/>
            <a:stretch/>
          </p:blipFill>
          <p:spPr>
            <a:xfrm>
              <a:off x="12006169" y="6903290"/>
              <a:ext cx="1344811" cy="511886"/>
            </a:xfrm>
            <a:prstGeom prst="rect">
              <a:avLst/>
            </a:prstGeom>
          </p:spPr>
        </p:pic>
        <p:pic>
          <p:nvPicPr>
            <p:cNvPr id="19" name="Image 6">
              <a:extLst>
                <a:ext uri="{FF2B5EF4-FFF2-40B4-BE49-F238E27FC236}">
                  <a16:creationId xmlns:a16="http://schemas.microsoft.com/office/drawing/2014/main" id="{0D26239A-7590-4E9D-A1B5-4DA796371B6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6"/>
            <a:srcRect l="35486" r="35486" b="48979"/>
            <a:stretch/>
          </p:blipFill>
          <p:spPr>
            <a:xfrm>
              <a:off x="11525605" y="6873709"/>
              <a:ext cx="417056" cy="511289"/>
            </a:xfrm>
            <a:prstGeom prst="rect">
              <a:avLst/>
            </a:prstGeom>
          </p:spPr>
        </p:pic>
      </p:grp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20D892C3-3975-5A7B-8741-DF70B96C1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8106" y="6953094"/>
            <a:ext cx="67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rtl="0">
              <a:defRPr lang="fr-FR" sz="1500" smtClean="0">
                <a:solidFill>
                  <a:schemeClr val="bg1"/>
                </a:solidFill>
                <a:latin typeface="Helvetica Light"/>
                <a:cs typeface="Helvetica Light"/>
              </a:defRPr>
            </a:lvl1pPr>
          </a:lstStyle>
          <a:p>
            <a:pPr algn="ctr"/>
            <a:fld id="{65053AB6-08CB-4714-8F2A-7D65792EB1AF}" type="slidenum">
              <a:rPr lang="fr-FR" smtClean="0"/>
              <a:pPr algn="ct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13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43" r:id="rId9"/>
  </p:sldLayoutIdLst>
  <p:hf hdr="0"/>
  <p:txStyles>
    <p:titleStyle>
      <a:lvl1pPr algn="l" defTabSz="624398" rtl="0" eaLnBrk="1" latinLnBrk="0" hangingPunct="1">
        <a:lnSpc>
          <a:spcPct val="100000"/>
        </a:lnSpc>
        <a:spcBef>
          <a:spcPts val="24"/>
        </a:spcBef>
        <a:buNone/>
        <a:defRPr lang="fr-FR" sz="2600" b="1" kern="1200" dirty="0" smtClean="0">
          <a:solidFill>
            <a:schemeClr val="tx1"/>
          </a:solidFill>
          <a:latin typeface="Helvetica"/>
          <a:ea typeface="+mn-ea"/>
          <a:cs typeface="Helvetica"/>
        </a:defRPr>
      </a:lvl1pPr>
    </p:titleStyle>
    <p:bodyStyle>
      <a:lvl1pPr marL="468299" indent="-468299" algn="l" defTabSz="624398" rtl="0" eaLnBrk="1" latinLnBrk="0" hangingPunct="1">
        <a:spcBef>
          <a:spcPct val="20000"/>
        </a:spcBef>
        <a:buFont typeface="Arial"/>
        <a:buChar char="•"/>
        <a:defRPr lang="en-US" sz="2000" kern="1200" baseline="0" smtClean="0">
          <a:solidFill>
            <a:schemeClr val="tx1"/>
          </a:solidFill>
          <a:latin typeface="Helvetica"/>
          <a:ea typeface="+mn-ea"/>
          <a:cs typeface="Helvetica"/>
        </a:defRPr>
      </a:lvl1pPr>
      <a:lvl2pPr marL="1014647" indent="-390249" algn="l" defTabSz="624398" rtl="0" eaLnBrk="1" latinLnBrk="0" hangingPunct="1">
        <a:spcBef>
          <a:spcPct val="20000"/>
        </a:spcBef>
        <a:buFont typeface="Arial"/>
        <a:buChar char="–"/>
        <a:defRPr lang="en-US" sz="3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560995" indent="-312199" algn="l" defTabSz="624398" rtl="0" eaLnBrk="1" latinLnBrk="0" hangingPunct="1">
        <a:spcBef>
          <a:spcPct val="20000"/>
        </a:spcBef>
        <a:buFont typeface="Arial"/>
        <a:buChar char="•"/>
        <a:defRPr lang="en-US" sz="33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2185393" indent="-312199" algn="l" defTabSz="624398" rtl="0" eaLnBrk="1" latinLnBrk="0" hangingPunct="1">
        <a:spcBef>
          <a:spcPct val="20000"/>
        </a:spcBef>
        <a:buFont typeface="Arial"/>
        <a:buChar char="–"/>
        <a:defRPr lang="en-US" sz="27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809791" indent="-312199" algn="l" defTabSz="624398" rtl="0" eaLnBrk="1" latinLnBrk="0" hangingPunct="1">
        <a:spcBef>
          <a:spcPct val="20000"/>
        </a:spcBef>
        <a:buFont typeface="Arial"/>
        <a:buChar char="»"/>
        <a:defRPr lang="fr-FR" sz="27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3434189" indent="-312199" algn="l" defTabSz="62439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58587" indent="-312199" algn="l" defTabSz="62439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82985" indent="-312199" algn="l" defTabSz="62439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307383" indent="-312199" algn="l" defTabSz="62439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24398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48796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73194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497592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21990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6388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70786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995184" algn="l" defTabSz="624398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450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4F1E26"/>
            </a:gs>
            <a:gs pos="0">
              <a:srgbClr val="190A0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61123CF7-BED1-4418-8D30-97FCC2E760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04904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51" progId="TCLayout.ActiveDocument.1">
                  <p:embed/>
                </p:oleObj>
              </mc:Choice>
              <mc:Fallback>
                <p:oleObj name="think-cell Slide" r:id="rId6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61123CF7-BED1-4418-8D30-97FCC2E76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90AD819-6848-1764-A074-142399F5545D}"/>
              </a:ext>
            </a:extLst>
          </p:cNvPr>
          <p:cNvSpPr/>
          <p:nvPr userDrawn="1"/>
        </p:nvSpPr>
        <p:spPr>
          <a:xfrm>
            <a:off x="-7143" y="-84858"/>
            <a:ext cx="14299408" cy="76581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1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352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DF4ED6-BB60-4943-99F4-234A5BF46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33926" y="7032564"/>
            <a:ext cx="4824412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29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03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2" r:id="rId3"/>
  </p:sldLayoutIdLst>
  <p:hf sldNum="0" hdr="0" ftr="0"/>
  <p:txStyles>
    <p:titleStyle>
      <a:lvl1pPr algn="l" defTabSz="860165" rtl="0" eaLnBrk="1" latinLnBrk="0" hangingPunct="1">
        <a:lnSpc>
          <a:spcPct val="90000"/>
        </a:lnSpc>
        <a:spcBef>
          <a:spcPct val="0"/>
        </a:spcBef>
        <a:buNone/>
        <a:defRPr sz="3387" kern="1200">
          <a:solidFill>
            <a:schemeClr val="bg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15042" indent="-215042" algn="l" defTabSz="860165" rtl="0" eaLnBrk="1" latinLnBrk="0" hangingPunct="1">
        <a:lnSpc>
          <a:spcPct val="90000"/>
        </a:lnSpc>
        <a:spcBef>
          <a:spcPts val="941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1pPr>
      <a:lvl2pPr marL="645124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5207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81" kern="1200">
          <a:solidFill>
            <a:schemeClr val="tx1"/>
          </a:solidFill>
          <a:latin typeface="+mn-lt"/>
          <a:ea typeface="+mn-ea"/>
          <a:cs typeface="+mn-cs"/>
        </a:defRPr>
      </a:lvl3pPr>
      <a:lvl4pPr marL="1505290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935372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5pPr>
      <a:lvl6pPr marL="2365455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795537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225621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655704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1pPr>
      <a:lvl2pPr marL="430083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2pPr>
      <a:lvl3pPr marL="860165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290248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720331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150414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580497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010579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440662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4F1E26"/>
            </a:gs>
            <a:gs pos="0">
              <a:srgbClr val="190A0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61123CF7-BED1-4418-8D30-97FCC2E760C3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117793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7" imgH="351" progId="TCLayout.ActiveDocument.1">
                  <p:embed/>
                </p:oleObj>
              </mc:Choice>
              <mc:Fallback>
                <p:oleObj name="think-cell Slide" r:id="rId7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61123CF7-BED1-4418-8D30-97FCC2E76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E3AEDBA-9BA6-4E00-B2A9-99AC3BFDA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5912" y="7032564"/>
            <a:ext cx="505609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29">
                <a:solidFill>
                  <a:schemeClr val="bg1"/>
                </a:solidFill>
                <a:latin typeface="Helvetica Light"/>
              </a:defRPr>
            </a:lvl1pPr>
          </a:lstStyle>
          <a:p>
            <a:fld id="{313F6CCF-76F6-4A78-83FA-732C558B28B7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DF4ED6-BB60-4943-99F4-234A5BF46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33926" y="7032564"/>
            <a:ext cx="4824412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29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914C1-5C0F-5E6D-84A0-E64CC0ED1BC0}"/>
              </a:ext>
            </a:extLst>
          </p:cNvPr>
          <p:cNvSpPr/>
          <p:nvPr/>
        </p:nvSpPr>
        <p:spPr>
          <a:xfrm>
            <a:off x="-7143" y="-84858"/>
            <a:ext cx="14299408" cy="76581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1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352"/>
          </a:p>
        </p:txBody>
      </p:sp>
    </p:spTree>
    <p:extLst>
      <p:ext uri="{BB962C8B-B14F-4D97-AF65-F5344CB8AC3E}">
        <p14:creationId xmlns:p14="http://schemas.microsoft.com/office/powerpoint/2010/main" val="396070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 ftr="0"/>
  <p:txStyles>
    <p:titleStyle>
      <a:lvl1pPr algn="l" defTabSz="860165" rtl="0" eaLnBrk="1" latinLnBrk="0" hangingPunct="1">
        <a:lnSpc>
          <a:spcPct val="90000"/>
        </a:lnSpc>
        <a:spcBef>
          <a:spcPct val="0"/>
        </a:spcBef>
        <a:buNone/>
        <a:defRPr sz="3387" kern="1200">
          <a:solidFill>
            <a:schemeClr val="bg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15042" indent="-215042" algn="l" defTabSz="860165" rtl="0" eaLnBrk="1" latinLnBrk="0" hangingPunct="1">
        <a:lnSpc>
          <a:spcPct val="90000"/>
        </a:lnSpc>
        <a:spcBef>
          <a:spcPts val="941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1pPr>
      <a:lvl2pPr marL="645124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5207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81" kern="1200">
          <a:solidFill>
            <a:schemeClr val="tx1"/>
          </a:solidFill>
          <a:latin typeface="+mn-lt"/>
          <a:ea typeface="+mn-ea"/>
          <a:cs typeface="+mn-cs"/>
        </a:defRPr>
      </a:lvl3pPr>
      <a:lvl4pPr marL="1505290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935372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5pPr>
      <a:lvl6pPr marL="2365455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795537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225621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655704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1pPr>
      <a:lvl2pPr marL="430083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2pPr>
      <a:lvl3pPr marL="860165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290248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720331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150414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580497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010579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440662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82710649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30" imgH="528" progId="TCLayout.ActiveDocument.1">
                  <p:embed/>
                </p:oleObj>
              </mc:Choice>
              <mc:Fallback>
                <p:oleObj name="think-cell Slide" r:id="rId6" imgW="530" imgH="528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9D1A1A5-DA58-4C29-9B95-DC724030626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3376" y="1151480"/>
            <a:ext cx="13600799" cy="30546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buNone/>
            </a:pPr>
            <a:r>
              <a:rPr lang="fr-FR"/>
              <a:t>Sous-titre de la diapositive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1096014" y="6978754"/>
            <a:ext cx="1669047" cy="352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1693">
                <a:solidFill>
                  <a:srgbClr val="FFFFFF"/>
                </a:solidFill>
                <a:latin typeface="Helvetica Light"/>
                <a:cs typeface="Helvetica Light"/>
              </a:rPr>
              <a:t>CONFIDENTIEL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B2AB7D2-8AF5-8B07-F7C7-2BA5D0B9A981}"/>
              </a:ext>
            </a:extLst>
          </p:cNvPr>
          <p:cNvGrpSpPr/>
          <p:nvPr/>
        </p:nvGrpSpPr>
        <p:grpSpPr>
          <a:xfrm>
            <a:off x="12058931" y="7169019"/>
            <a:ext cx="1266057" cy="268916"/>
            <a:chOff x="9772421" y="6270793"/>
            <a:chExt cx="1739365" cy="432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FCAB06-952F-4FA7-9874-FF615B0688CD}"/>
                </a:ext>
              </a:extLst>
            </p:cNvPr>
            <p:cNvSpPr/>
            <p:nvPr/>
          </p:nvSpPr>
          <p:spPr>
            <a:xfrm>
              <a:off x="9772421" y="6270793"/>
              <a:ext cx="1739365" cy="43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fr-FR" sz="169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Image 6">
              <a:extLst>
                <a:ext uri="{FF2B5EF4-FFF2-40B4-BE49-F238E27FC236}">
                  <a16:creationId xmlns:a16="http://schemas.microsoft.com/office/drawing/2014/main" id="{4AB3518E-530E-4B5A-BA9C-082C72D6D6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36468"/>
            <a:stretch/>
          </p:blipFill>
          <p:spPr>
            <a:xfrm>
              <a:off x="10241850" y="6339342"/>
              <a:ext cx="1147190" cy="294902"/>
            </a:xfrm>
            <a:prstGeom prst="rect">
              <a:avLst/>
            </a:prstGeom>
          </p:spPr>
        </p:pic>
        <p:pic>
          <p:nvPicPr>
            <p:cNvPr id="22" name="Image 6">
              <a:extLst>
                <a:ext uri="{FF2B5EF4-FFF2-40B4-BE49-F238E27FC236}">
                  <a16:creationId xmlns:a16="http://schemas.microsoft.com/office/drawing/2014/main" id="{51DCA5C5-E185-40BD-84EE-B2705268F3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31905" y="6288793"/>
              <a:ext cx="303869" cy="396000"/>
            </a:xfrm>
            <a:prstGeom prst="rect">
              <a:avLst/>
            </a:prstGeom>
          </p:spPr>
        </p:pic>
      </p:grp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44BBEA9-A514-1EBD-C6A8-94E2D2F17E0A}"/>
              </a:ext>
            </a:extLst>
          </p:cNvPr>
          <p:cNvCxnSpPr>
            <a:cxnSpLocks/>
          </p:cNvCxnSpPr>
          <p:nvPr/>
        </p:nvCxnSpPr>
        <p:spPr>
          <a:xfrm flipH="1">
            <a:off x="0" y="7103878"/>
            <a:ext cx="14292263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DCA8D2B-922F-0C5A-338B-15262AF513B8}"/>
              </a:ext>
            </a:extLst>
          </p:cNvPr>
          <p:cNvSpPr txBox="1">
            <a:spLocks/>
          </p:cNvSpPr>
          <p:nvPr/>
        </p:nvSpPr>
        <p:spPr>
          <a:xfrm>
            <a:off x="5036054" y="7182539"/>
            <a:ext cx="4220156" cy="31829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34">
                <a:solidFill>
                  <a:prstClr val="black"/>
                </a:solidFill>
              </a:rPr>
              <a:t>Animation interne – RSR Conseil</a:t>
            </a:r>
          </a:p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34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</a:rPr>
              <a:t>Séminaire de printemps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24C0DCE-76E1-D0D8-3F02-977A0CE334BE}"/>
              </a:ext>
            </a:extLst>
          </p:cNvPr>
          <p:cNvSpPr txBox="1">
            <a:spLocks/>
          </p:cNvSpPr>
          <p:nvPr/>
        </p:nvSpPr>
        <p:spPr>
          <a:xfrm>
            <a:off x="269874" y="7049290"/>
            <a:ext cx="534670" cy="401638"/>
          </a:xfrm>
          <a:prstGeom prst="rect">
            <a:avLst/>
          </a:prstGeom>
        </p:spPr>
        <p:txBody>
          <a:bodyPr vert="horz" lIns="86020" tIns="43009" rIns="86020" bIns="43009" rtlCol="0" anchor="ctr"/>
          <a:lstStyle>
            <a:defPPr>
              <a:defRPr lang="fr-FR"/>
            </a:defPPr>
            <a:lvl1pPr marL="0" algn="r" defTabSz="624398" rtl="0" eaLnBrk="1" latinLnBrk="0" hangingPunct="1">
              <a:defRPr sz="1200" b="0" kern="1200">
                <a:solidFill>
                  <a:schemeClr val="bg1">
                    <a:lumMod val="50000"/>
                  </a:schemeClr>
                </a:solidFill>
                <a:latin typeface="Helvetica Light"/>
                <a:ea typeface="+mn-ea"/>
                <a:cs typeface="+mn-cs"/>
              </a:defRPr>
            </a:lvl1pPr>
            <a:lvl2pPr marL="62439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4879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7319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592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21990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638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7078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9518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6A149F1D-1C67-428F-A9BD-3922FC72F0CC}" type="slidenum">
              <a:rPr lang="fr-FR" sz="1103" smtClean="0"/>
              <a:pPr rtl="0"/>
              <a:t>‹#›</a:t>
            </a:fld>
            <a:endParaRPr lang="fr-FR" sz="1103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F44FB9EB-2A42-40DD-DFAE-410D193552DC}"/>
              </a:ext>
            </a:extLst>
          </p:cNvPr>
          <p:cNvSpPr txBox="1">
            <a:spLocks/>
          </p:cNvSpPr>
          <p:nvPr/>
        </p:nvSpPr>
        <p:spPr>
          <a:xfrm>
            <a:off x="1239671" y="7246252"/>
            <a:ext cx="2791194" cy="169726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3">
                <a:solidFill>
                  <a:prstClr val="black"/>
                </a:solidFill>
              </a:rPr>
              <a:t>CONFIDENTIEL</a:t>
            </a:r>
            <a:endParaRPr kumimoji="0" lang="fr-FR" sz="1103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25F6-5C16-0B78-68E9-F26C2D106EAB}"/>
              </a:ext>
            </a:extLst>
          </p:cNvPr>
          <p:cNvSpPr/>
          <p:nvPr/>
        </p:nvSpPr>
        <p:spPr>
          <a:xfrm>
            <a:off x="14615677" y="1634078"/>
            <a:ext cx="949802" cy="367694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BA3A71-4839-EE98-7505-6B915C2D9C3E}"/>
              </a:ext>
            </a:extLst>
          </p:cNvPr>
          <p:cNvSpPr/>
          <p:nvPr/>
        </p:nvSpPr>
        <p:spPr>
          <a:xfrm>
            <a:off x="14615677" y="2118495"/>
            <a:ext cx="949802" cy="367694"/>
          </a:xfrm>
          <a:prstGeom prst="rect">
            <a:avLst/>
          </a:prstGeom>
          <a:solidFill>
            <a:srgbClr val="C4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0FABA-A99A-8D53-DE1E-DD77221CB339}"/>
              </a:ext>
            </a:extLst>
          </p:cNvPr>
          <p:cNvSpPr/>
          <p:nvPr/>
        </p:nvSpPr>
        <p:spPr>
          <a:xfrm>
            <a:off x="14615677" y="2583052"/>
            <a:ext cx="949802" cy="367694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4729FA-4C35-54D2-D17D-94022CE55F1F}"/>
              </a:ext>
            </a:extLst>
          </p:cNvPr>
          <p:cNvSpPr/>
          <p:nvPr/>
        </p:nvSpPr>
        <p:spPr>
          <a:xfrm>
            <a:off x="14615677" y="3047609"/>
            <a:ext cx="949802" cy="36769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AECE1-9DA7-BE80-BE75-824F9E2BB0FC}"/>
              </a:ext>
            </a:extLst>
          </p:cNvPr>
          <p:cNvSpPr/>
          <p:nvPr/>
        </p:nvSpPr>
        <p:spPr>
          <a:xfrm>
            <a:off x="14615677" y="3865983"/>
            <a:ext cx="949802" cy="367694"/>
          </a:xfrm>
          <a:prstGeom prst="rect">
            <a:avLst/>
          </a:prstGeom>
          <a:solidFill>
            <a:srgbClr val="E96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4D0E8-41B4-AD47-F5F4-BAAE93B1BB82}"/>
              </a:ext>
            </a:extLst>
          </p:cNvPr>
          <p:cNvSpPr/>
          <p:nvPr/>
        </p:nvSpPr>
        <p:spPr>
          <a:xfrm>
            <a:off x="14615677" y="4684358"/>
            <a:ext cx="949802" cy="367694"/>
          </a:xfrm>
          <a:prstGeom prst="rect">
            <a:avLst/>
          </a:prstGeom>
          <a:solidFill>
            <a:srgbClr val="758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2583E-60C4-8989-4620-21114906965A}"/>
              </a:ext>
            </a:extLst>
          </p:cNvPr>
          <p:cNvSpPr/>
          <p:nvPr/>
        </p:nvSpPr>
        <p:spPr>
          <a:xfrm>
            <a:off x="14615677" y="5163408"/>
            <a:ext cx="949802" cy="367694"/>
          </a:xfrm>
          <a:prstGeom prst="rect">
            <a:avLst/>
          </a:prstGeom>
          <a:solidFill>
            <a:srgbClr val="C4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BF8AEB-A4B8-AE37-4210-D34EEEED9F19}"/>
              </a:ext>
            </a:extLst>
          </p:cNvPr>
          <p:cNvSpPr/>
          <p:nvPr/>
        </p:nvSpPr>
        <p:spPr>
          <a:xfrm>
            <a:off x="14615677" y="5637997"/>
            <a:ext cx="949802" cy="367694"/>
          </a:xfrm>
          <a:prstGeom prst="rect">
            <a:avLst/>
          </a:prstGeom>
          <a:solidFill>
            <a:srgbClr val="C08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</p:spTree>
    <p:extLst>
      <p:ext uri="{BB962C8B-B14F-4D97-AF65-F5344CB8AC3E}">
        <p14:creationId xmlns:p14="http://schemas.microsoft.com/office/powerpoint/2010/main" val="178120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</p:sldLayoutIdLst>
  <p:hf hdr="0" ftr="0"/>
  <p:txStyles>
    <p:titleStyle>
      <a:lvl1pPr algn="l" defTabSz="587363" rtl="0" eaLnBrk="1" latinLnBrk="0" hangingPunct="1">
        <a:lnSpc>
          <a:spcPct val="100000"/>
        </a:lnSpc>
        <a:spcBef>
          <a:spcPts val="22"/>
        </a:spcBef>
        <a:buNone/>
        <a:defRPr lang="fr-FR" sz="2647" b="1" kern="1200" dirty="0" smtClean="0">
          <a:solidFill>
            <a:schemeClr val="tx1"/>
          </a:solidFill>
          <a:latin typeface="Helvetica"/>
          <a:ea typeface="+mn-ea"/>
          <a:cs typeface="Helvetica"/>
        </a:defRPr>
      </a:lvl1pPr>
    </p:titleStyle>
    <p:bodyStyle>
      <a:lvl1pPr marL="440523" indent="-440523" algn="l" defTabSz="587363" rtl="0" eaLnBrk="1" latinLnBrk="0" hangingPunct="1">
        <a:spcBef>
          <a:spcPct val="20000"/>
        </a:spcBef>
        <a:buFont typeface="Arial"/>
        <a:buChar char="•"/>
        <a:defRPr lang="en-US" sz="1985" kern="1200" baseline="0" smtClean="0">
          <a:solidFill>
            <a:schemeClr val="tx1"/>
          </a:solidFill>
          <a:latin typeface="Helvetica"/>
          <a:ea typeface="+mn-ea"/>
          <a:cs typeface="Helvetica"/>
        </a:defRPr>
      </a:lvl1pPr>
      <a:lvl2pPr marL="954467" indent="-367102" algn="l" defTabSz="587363" rtl="0" eaLnBrk="1" latinLnBrk="0" hangingPunct="1">
        <a:spcBef>
          <a:spcPct val="20000"/>
        </a:spcBef>
        <a:buFont typeface="Arial"/>
        <a:buChar char="–"/>
        <a:defRPr lang="en-US" sz="3574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468410" indent="-293682" algn="l" defTabSz="587363" rtl="0" eaLnBrk="1" latinLnBrk="0" hangingPunct="1">
        <a:spcBef>
          <a:spcPct val="20000"/>
        </a:spcBef>
        <a:buFont typeface="Arial"/>
        <a:buChar char="•"/>
        <a:defRPr lang="en-US" sz="3104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2055774" indent="-293682" algn="l" defTabSz="587363" rtl="0" eaLnBrk="1" latinLnBrk="0" hangingPunct="1">
        <a:spcBef>
          <a:spcPct val="20000"/>
        </a:spcBef>
        <a:buFont typeface="Arial"/>
        <a:buChar char="–"/>
        <a:defRPr lang="en-US" sz="254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643138" indent="-293682" algn="l" defTabSz="587363" rtl="0" eaLnBrk="1" latinLnBrk="0" hangingPunct="1">
        <a:spcBef>
          <a:spcPct val="20000"/>
        </a:spcBef>
        <a:buFont typeface="Arial"/>
        <a:buChar char="»"/>
        <a:defRPr lang="fr-FR" sz="254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3230502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6pPr>
      <a:lvl7pPr marL="3817866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7pPr>
      <a:lvl8pPr marL="4405229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8pPr>
      <a:lvl9pPr marL="4992594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87363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2pPr>
      <a:lvl3pPr marL="1174728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3pPr>
      <a:lvl4pPr marL="1762091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4pPr>
      <a:lvl5pPr marL="2349456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5pPr>
      <a:lvl6pPr marL="2936819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6pPr>
      <a:lvl7pPr marL="3524184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7pPr>
      <a:lvl8pPr marL="4111547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8pPr>
      <a:lvl9pPr marL="4698912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4F1E26"/>
            </a:gs>
            <a:gs pos="0">
              <a:srgbClr val="190A0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61123CF7-BED1-4418-8D30-97FCC2E760C3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117793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51" progId="TCLayout.ActiveDocument.1">
                  <p:embed/>
                </p:oleObj>
              </mc:Choice>
              <mc:Fallback>
                <p:oleObj name="think-cell Slide" r:id="rId6" imgW="347" imgH="351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61123CF7-BED1-4418-8D30-97FCC2E76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E3AEDBA-9BA6-4E00-B2A9-99AC3BFDA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5912" y="7032564"/>
            <a:ext cx="505609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29">
                <a:solidFill>
                  <a:schemeClr val="bg1"/>
                </a:solidFill>
                <a:latin typeface="Helvetica Light"/>
              </a:defRPr>
            </a:lvl1pPr>
          </a:lstStyle>
          <a:p>
            <a:fld id="{313F6CCF-76F6-4A78-83FA-732C558B28B7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DF4ED6-BB60-4943-99F4-234A5BF46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33926" y="7032564"/>
            <a:ext cx="4824412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29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914C1-5C0F-5E6D-84A0-E64CC0ED1BC0}"/>
              </a:ext>
            </a:extLst>
          </p:cNvPr>
          <p:cNvSpPr/>
          <p:nvPr/>
        </p:nvSpPr>
        <p:spPr>
          <a:xfrm>
            <a:off x="-7143" y="-84858"/>
            <a:ext cx="14299408" cy="76581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1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352"/>
          </a:p>
        </p:txBody>
      </p:sp>
    </p:spTree>
    <p:extLst>
      <p:ext uri="{BB962C8B-B14F-4D97-AF65-F5344CB8AC3E}">
        <p14:creationId xmlns:p14="http://schemas.microsoft.com/office/powerpoint/2010/main" val="191730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</p:sldLayoutIdLst>
  <p:hf hdr="0" ftr="0"/>
  <p:txStyles>
    <p:titleStyle>
      <a:lvl1pPr algn="l" defTabSz="860165" rtl="0" eaLnBrk="1" latinLnBrk="0" hangingPunct="1">
        <a:lnSpc>
          <a:spcPct val="90000"/>
        </a:lnSpc>
        <a:spcBef>
          <a:spcPct val="0"/>
        </a:spcBef>
        <a:buNone/>
        <a:defRPr sz="3387" kern="1200">
          <a:solidFill>
            <a:schemeClr val="bg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15042" indent="-215042" algn="l" defTabSz="860165" rtl="0" eaLnBrk="1" latinLnBrk="0" hangingPunct="1">
        <a:lnSpc>
          <a:spcPct val="90000"/>
        </a:lnSpc>
        <a:spcBef>
          <a:spcPts val="941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1pPr>
      <a:lvl2pPr marL="645124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5207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81" kern="1200">
          <a:solidFill>
            <a:schemeClr val="tx1"/>
          </a:solidFill>
          <a:latin typeface="+mn-lt"/>
          <a:ea typeface="+mn-ea"/>
          <a:cs typeface="+mn-cs"/>
        </a:defRPr>
      </a:lvl3pPr>
      <a:lvl4pPr marL="1505290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935372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223" kern="1200">
          <a:solidFill>
            <a:schemeClr val="tx1"/>
          </a:solidFill>
          <a:latin typeface="+mn-lt"/>
          <a:ea typeface="+mn-ea"/>
          <a:cs typeface="+mn-cs"/>
        </a:defRPr>
      </a:lvl5pPr>
      <a:lvl6pPr marL="2365455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795537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225621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655704" indent="-215042" algn="l" defTabSz="86016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1pPr>
      <a:lvl2pPr marL="430083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2pPr>
      <a:lvl3pPr marL="860165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290248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720331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150414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580497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010579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440662" algn="l" defTabSz="860165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482710649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30" imgH="528" progId="TCLayout.ActiveDocument.1">
                  <p:embed/>
                </p:oleObj>
              </mc:Choice>
              <mc:Fallback>
                <p:oleObj name="think-cell Slide" r:id="rId6" imgW="530" imgH="528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9D1A1A5-DA58-4C29-9B95-DC724030626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3376" y="1151480"/>
            <a:ext cx="13600799" cy="30546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buNone/>
            </a:pPr>
            <a:r>
              <a:rPr lang="fr-FR"/>
              <a:t>Sous-titre de la diapositive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1096014" y="6978754"/>
            <a:ext cx="1669047" cy="352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1693">
                <a:solidFill>
                  <a:srgbClr val="FFFFFF"/>
                </a:solidFill>
                <a:latin typeface="Helvetica Light"/>
                <a:cs typeface="Helvetica Light"/>
              </a:rPr>
              <a:t>CONFIDENTIEL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B2AB7D2-8AF5-8B07-F7C7-2BA5D0B9A981}"/>
              </a:ext>
            </a:extLst>
          </p:cNvPr>
          <p:cNvGrpSpPr/>
          <p:nvPr/>
        </p:nvGrpSpPr>
        <p:grpSpPr>
          <a:xfrm>
            <a:off x="12058931" y="7169019"/>
            <a:ext cx="1266057" cy="268916"/>
            <a:chOff x="9772421" y="6270793"/>
            <a:chExt cx="1739365" cy="432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FCAB06-952F-4FA7-9874-FF615B0688CD}"/>
                </a:ext>
              </a:extLst>
            </p:cNvPr>
            <p:cNvSpPr/>
            <p:nvPr/>
          </p:nvSpPr>
          <p:spPr>
            <a:xfrm>
              <a:off x="9772421" y="6270793"/>
              <a:ext cx="1739365" cy="43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fr-FR" sz="169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Image 6">
              <a:extLst>
                <a:ext uri="{FF2B5EF4-FFF2-40B4-BE49-F238E27FC236}">
                  <a16:creationId xmlns:a16="http://schemas.microsoft.com/office/drawing/2014/main" id="{4AB3518E-530E-4B5A-BA9C-082C72D6D6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36468"/>
            <a:stretch/>
          </p:blipFill>
          <p:spPr>
            <a:xfrm>
              <a:off x="10241850" y="6339342"/>
              <a:ext cx="1147190" cy="294902"/>
            </a:xfrm>
            <a:prstGeom prst="rect">
              <a:avLst/>
            </a:prstGeom>
          </p:spPr>
        </p:pic>
        <p:pic>
          <p:nvPicPr>
            <p:cNvPr id="22" name="Image 6">
              <a:extLst>
                <a:ext uri="{FF2B5EF4-FFF2-40B4-BE49-F238E27FC236}">
                  <a16:creationId xmlns:a16="http://schemas.microsoft.com/office/drawing/2014/main" id="{51DCA5C5-E185-40BD-84EE-B2705268F3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31905" y="6288793"/>
              <a:ext cx="303869" cy="396000"/>
            </a:xfrm>
            <a:prstGeom prst="rect">
              <a:avLst/>
            </a:prstGeom>
          </p:spPr>
        </p:pic>
      </p:grp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44BBEA9-A514-1EBD-C6A8-94E2D2F17E0A}"/>
              </a:ext>
            </a:extLst>
          </p:cNvPr>
          <p:cNvCxnSpPr>
            <a:cxnSpLocks/>
          </p:cNvCxnSpPr>
          <p:nvPr/>
        </p:nvCxnSpPr>
        <p:spPr>
          <a:xfrm flipH="1">
            <a:off x="0" y="7103878"/>
            <a:ext cx="14292263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DCA8D2B-922F-0C5A-338B-15262AF513B8}"/>
              </a:ext>
            </a:extLst>
          </p:cNvPr>
          <p:cNvSpPr txBox="1">
            <a:spLocks/>
          </p:cNvSpPr>
          <p:nvPr/>
        </p:nvSpPr>
        <p:spPr>
          <a:xfrm>
            <a:off x="5036054" y="7182539"/>
            <a:ext cx="4220156" cy="31829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34">
                <a:solidFill>
                  <a:prstClr val="black"/>
                </a:solidFill>
              </a:rPr>
              <a:t>Animation interne – RSR Conseil</a:t>
            </a:r>
          </a:p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34">
                <a:solidFill>
                  <a:prstClr val="black"/>
                </a:solidFill>
              </a:rPr>
              <a:t>Fêtes de Bayonne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24C0DCE-76E1-D0D8-3F02-977A0CE334BE}"/>
              </a:ext>
            </a:extLst>
          </p:cNvPr>
          <p:cNvSpPr txBox="1">
            <a:spLocks/>
          </p:cNvSpPr>
          <p:nvPr/>
        </p:nvSpPr>
        <p:spPr>
          <a:xfrm>
            <a:off x="269874" y="7049290"/>
            <a:ext cx="534670" cy="401638"/>
          </a:xfrm>
          <a:prstGeom prst="rect">
            <a:avLst/>
          </a:prstGeom>
        </p:spPr>
        <p:txBody>
          <a:bodyPr vert="horz" lIns="86020" tIns="43009" rIns="86020" bIns="43009" rtlCol="0" anchor="ctr"/>
          <a:lstStyle>
            <a:defPPr>
              <a:defRPr lang="fr-FR"/>
            </a:defPPr>
            <a:lvl1pPr marL="0" algn="r" defTabSz="624398" rtl="0" eaLnBrk="1" latinLnBrk="0" hangingPunct="1">
              <a:defRPr sz="1200" b="0" kern="1200">
                <a:solidFill>
                  <a:schemeClr val="bg1">
                    <a:lumMod val="50000"/>
                  </a:schemeClr>
                </a:solidFill>
                <a:latin typeface="Helvetica Light"/>
                <a:ea typeface="+mn-ea"/>
                <a:cs typeface="+mn-cs"/>
              </a:defRPr>
            </a:lvl1pPr>
            <a:lvl2pPr marL="62439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4879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7319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592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21990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638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7078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9518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6A149F1D-1C67-428F-A9BD-3922FC72F0CC}" type="slidenum">
              <a:rPr lang="fr-FR" sz="1103" smtClean="0"/>
              <a:pPr rtl="0"/>
              <a:t>‹#›</a:t>
            </a:fld>
            <a:endParaRPr lang="fr-FR" sz="1103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F44FB9EB-2A42-40DD-DFAE-410D193552DC}"/>
              </a:ext>
            </a:extLst>
          </p:cNvPr>
          <p:cNvSpPr txBox="1">
            <a:spLocks/>
          </p:cNvSpPr>
          <p:nvPr/>
        </p:nvSpPr>
        <p:spPr>
          <a:xfrm>
            <a:off x="1239671" y="7246252"/>
            <a:ext cx="2791194" cy="169726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3">
                <a:solidFill>
                  <a:prstClr val="black"/>
                </a:solidFill>
              </a:rPr>
              <a:t>CONFIDENTIEL</a:t>
            </a:r>
            <a:endParaRPr kumimoji="0" lang="fr-FR" sz="1103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25F6-5C16-0B78-68E9-F26C2D106EAB}"/>
              </a:ext>
            </a:extLst>
          </p:cNvPr>
          <p:cNvSpPr/>
          <p:nvPr/>
        </p:nvSpPr>
        <p:spPr>
          <a:xfrm>
            <a:off x="14615677" y="1634078"/>
            <a:ext cx="949802" cy="367694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BA3A71-4839-EE98-7505-6B915C2D9C3E}"/>
              </a:ext>
            </a:extLst>
          </p:cNvPr>
          <p:cNvSpPr/>
          <p:nvPr/>
        </p:nvSpPr>
        <p:spPr>
          <a:xfrm>
            <a:off x="14615677" y="2118495"/>
            <a:ext cx="949802" cy="367694"/>
          </a:xfrm>
          <a:prstGeom prst="rect">
            <a:avLst/>
          </a:prstGeom>
          <a:solidFill>
            <a:srgbClr val="C4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0FABA-A99A-8D53-DE1E-DD77221CB339}"/>
              </a:ext>
            </a:extLst>
          </p:cNvPr>
          <p:cNvSpPr/>
          <p:nvPr/>
        </p:nvSpPr>
        <p:spPr>
          <a:xfrm>
            <a:off x="14615677" y="2583052"/>
            <a:ext cx="949802" cy="367694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4729FA-4C35-54D2-D17D-94022CE55F1F}"/>
              </a:ext>
            </a:extLst>
          </p:cNvPr>
          <p:cNvSpPr/>
          <p:nvPr/>
        </p:nvSpPr>
        <p:spPr>
          <a:xfrm>
            <a:off x="14615677" y="3047609"/>
            <a:ext cx="949802" cy="36769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AECE1-9DA7-BE80-BE75-824F9E2BB0FC}"/>
              </a:ext>
            </a:extLst>
          </p:cNvPr>
          <p:cNvSpPr/>
          <p:nvPr/>
        </p:nvSpPr>
        <p:spPr>
          <a:xfrm>
            <a:off x="14615677" y="3865983"/>
            <a:ext cx="949802" cy="367694"/>
          </a:xfrm>
          <a:prstGeom prst="rect">
            <a:avLst/>
          </a:prstGeom>
          <a:solidFill>
            <a:srgbClr val="E96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4D0E8-41B4-AD47-F5F4-BAAE93B1BB82}"/>
              </a:ext>
            </a:extLst>
          </p:cNvPr>
          <p:cNvSpPr/>
          <p:nvPr/>
        </p:nvSpPr>
        <p:spPr>
          <a:xfrm>
            <a:off x="14615677" y="4684358"/>
            <a:ext cx="949802" cy="367694"/>
          </a:xfrm>
          <a:prstGeom prst="rect">
            <a:avLst/>
          </a:prstGeom>
          <a:solidFill>
            <a:srgbClr val="758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2583E-60C4-8989-4620-21114906965A}"/>
              </a:ext>
            </a:extLst>
          </p:cNvPr>
          <p:cNvSpPr/>
          <p:nvPr/>
        </p:nvSpPr>
        <p:spPr>
          <a:xfrm>
            <a:off x="14615677" y="5163408"/>
            <a:ext cx="949802" cy="367694"/>
          </a:xfrm>
          <a:prstGeom prst="rect">
            <a:avLst/>
          </a:prstGeom>
          <a:solidFill>
            <a:srgbClr val="C4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BF8AEB-A4B8-AE37-4210-D34EEEED9F19}"/>
              </a:ext>
            </a:extLst>
          </p:cNvPr>
          <p:cNvSpPr/>
          <p:nvPr/>
        </p:nvSpPr>
        <p:spPr>
          <a:xfrm>
            <a:off x="14615677" y="5637997"/>
            <a:ext cx="949802" cy="367694"/>
          </a:xfrm>
          <a:prstGeom prst="rect">
            <a:avLst/>
          </a:prstGeom>
          <a:solidFill>
            <a:srgbClr val="C08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</p:spTree>
    <p:extLst>
      <p:ext uri="{BB962C8B-B14F-4D97-AF65-F5344CB8AC3E}">
        <p14:creationId xmlns:p14="http://schemas.microsoft.com/office/powerpoint/2010/main" val="64078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/>
  <p:txStyles>
    <p:titleStyle>
      <a:lvl1pPr algn="l" defTabSz="587363" rtl="0" eaLnBrk="1" latinLnBrk="0" hangingPunct="1">
        <a:lnSpc>
          <a:spcPct val="100000"/>
        </a:lnSpc>
        <a:spcBef>
          <a:spcPts val="22"/>
        </a:spcBef>
        <a:buNone/>
        <a:defRPr lang="fr-FR" sz="2647" b="1" kern="1200" dirty="0" smtClean="0">
          <a:solidFill>
            <a:schemeClr val="tx1"/>
          </a:solidFill>
          <a:latin typeface="Helvetica"/>
          <a:ea typeface="+mn-ea"/>
          <a:cs typeface="Helvetica"/>
        </a:defRPr>
      </a:lvl1pPr>
    </p:titleStyle>
    <p:bodyStyle>
      <a:lvl1pPr marL="440523" indent="-440523" algn="l" defTabSz="587363" rtl="0" eaLnBrk="1" latinLnBrk="0" hangingPunct="1">
        <a:spcBef>
          <a:spcPct val="20000"/>
        </a:spcBef>
        <a:buFont typeface="Arial"/>
        <a:buChar char="•"/>
        <a:defRPr lang="en-US" sz="1985" kern="1200" baseline="0" smtClean="0">
          <a:solidFill>
            <a:schemeClr val="tx1"/>
          </a:solidFill>
          <a:latin typeface="Helvetica"/>
          <a:ea typeface="+mn-ea"/>
          <a:cs typeface="Helvetica"/>
        </a:defRPr>
      </a:lvl1pPr>
      <a:lvl2pPr marL="954467" indent="-367102" algn="l" defTabSz="587363" rtl="0" eaLnBrk="1" latinLnBrk="0" hangingPunct="1">
        <a:spcBef>
          <a:spcPct val="20000"/>
        </a:spcBef>
        <a:buFont typeface="Arial"/>
        <a:buChar char="–"/>
        <a:defRPr lang="en-US" sz="3574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468410" indent="-293682" algn="l" defTabSz="587363" rtl="0" eaLnBrk="1" latinLnBrk="0" hangingPunct="1">
        <a:spcBef>
          <a:spcPct val="20000"/>
        </a:spcBef>
        <a:buFont typeface="Arial"/>
        <a:buChar char="•"/>
        <a:defRPr lang="en-US" sz="3104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2055774" indent="-293682" algn="l" defTabSz="587363" rtl="0" eaLnBrk="1" latinLnBrk="0" hangingPunct="1">
        <a:spcBef>
          <a:spcPct val="20000"/>
        </a:spcBef>
        <a:buFont typeface="Arial"/>
        <a:buChar char="–"/>
        <a:defRPr lang="en-US" sz="254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643138" indent="-293682" algn="l" defTabSz="587363" rtl="0" eaLnBrk="1" latinLnBrk="0" hangingPunct="1">
        <a:spcBef>
          <a:spcPct val="20000"/>
        </a:spcBef>
        <a:buFont typeface="Arial"/>
        <a:buChar char="»"/>
        <a:defRPr lang="fr-FR" sz="254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3230502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6pPr>
      <a:lvl7pPr marL="3817866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7pPr>
      <a:lvl8pPr marL="4405229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8pPr>
      <a:lvl9pPr marL="4992594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87363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2pPr>
      <a:lvl3pPr marL="1174728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3pPr>
      <a:lvl4pPr marL="1762091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4pPr>
      <a:lvl5pPr marL="2349456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5pPr>
      <a:lvl6pPr marL="2936819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6pPr>
      <a:lvl7pPr marL="3524184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7pPr>
      <a:lvl8pPr marL="4111547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8pPr>
      <a:lvl9pPr marL="4698912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633837966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30" imgH="528" progId="TCLayout.ActiveDocument.1">
                  <p:embed/>
                </p:oleObj>
              </mc:Choice>
              <mc:Fallback>
                <p:oleObj name="think-cell Slide" r:id="rId7" imgW="530" imgH="528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9D1A1A5-DA58-4C29-9B95-DC724030626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3376" y="1151480"/>
            <a:ext cx="13600799" cy="30546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buNone/>
            </a:pPr>
            <a:r>
              <a:rPr lang="fr-FR"/>
              <a:t>Sous-titre de la diapositive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096014" y="6978754"/>
            <a:ext cx="1669047" cy="352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1693">
                <a:solidFill>
                  <a:srgbClr val="FFFFFF"/>
                </a:solidFill>
                <a:latin typeface="Helvetica Light"/>
                <a:cs typeface="Helvetica Light"/>
              </a:rPr>
              <a:t>CONFIDENTIEL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B2AB7D2-8AF5-8B07-F7C7-2BA5D0B9A981}"/>
              </a:ext>
            </a:extLst>
          </p:cNvPr>
          <p:cNvGrpSpPr/>
          <p:nvPr userDrawn="1"/>
        </p:nvGrpSpPr>
        <p:grpSpPr>
          <a:xfrm>
            <a:off x="12058931" y="7169019"/>
            <a:ext cx="1266057" cy="268916"/>
            <a:chOff x="9772421" y="6270793"/>
            <a:chExt cx="1739365" cy="432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FCAB06-952F-4FA7-9874-FF615B0688CD}"/>
                </a:ext>
              </a:extLst>
            </p:cNvPr>
            <p:cNvSpPr/>
            <p:nvPr userDrawn="1"/>
          </p:nvSpPr>
          <p:spPr>
            <a:xfrm>
              <a:off x="9772421" y="6270793"/>
              <a:ext cx="1739365" cy="43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fr-FR" sz="169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Image 6">
              <a:extLst>
                <a:ext uri="{FF2B5EF4-FFF2-40B4-BE49-F238E27FC236}">
                  <a16:creationId xmlns:a16="http://schemas.microsoft.com/office/drawing/2014/main" id="{4AB3518E-530E-4B5A-BA9C-082C72D6D6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36468"/>
            <a:stretch/>
          </p:blipFill>
          <p:spPr>
            <a:xfrm>
              <a:off x="10241850" y="6339342"/>
              <a:ext cx="1147190" cy="294902"/>
            </a:xfrm>
            <a:prstGeom prst="rect">
              <a:avLst/>
            </a:prstGeom>
          </p:spPr>
        </p:pic>
        <p:pic>
          <p:nvPicPr>
            <p:cNvPr id="22" name="Image 6">
              <a:extLst>
                <a:ext uri="{FF2B5EF4-FFF2-40B4-BE49-F238E27FC236}">
                  <a16:creationId xmlns:a16="http://schemas.microsoft.com/office/drawing/2014/main" id="{51DCA5C5-E185-40BD-84EE-B2705268F3F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31905" y="6288793"/>
              <a:ext cx="303869" cy="396000"/>
            </a:xfrm>
            <a:prstGeom prst="rect">
              <a:avLst/>
            </a:prstGeom>
          </p:spPr>
        </p:pic>
      </p:grp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44BBEA9-A514-1EBD-C6A8-94E2D2F17E0A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103878"/>
            <a:ext cx="14292263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DCA8D2B-922F-0C5A-338B-15262AF513B8}"/>
              </a:ext>
            </a:extLst>
          </p:cNvPr>
          <p:cNvSpPr txBox="1">
            <a:spLocks/>
          </p:cNvSpPr>
          <p:nvPr userDrawn="1"/>
        </p:nvSpPr>
        <p:spPr>
          <a:xfrm>
            <a:off x="5036054" y="7182539"/>
            <a:ext cx="4220156" cy="31829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34">
                <a:solidFill>
                  <a:prstClr val="black"/>
                </a:solidFill>
              </a:rPr>
              <a:t>Communication externe</a:t>
            </a:r>
          </a:p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34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</a:rPr>
              <a:t>Janvier 2025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24C0DCE-76E1-D0D8-3F02-977A0CE334BE}"/>
              </a:ext>
            </a:extLst>
          </p:cNvPr>
          <p:cNvSpPr txBox="1">
            <a:spLocks/>
          </p:cNvSpPr>
          <p:nvPr userDrawn="1"/>
        </p:nvSpPr>
        <p:spPr>
          <a:xfrm>
            <a:off x="269874" y="7049290"/>
            <a:ext cx="534670" cy="401638"/>
          </a:xfrm>
          <a:prstGeom prst="rect">
            <a:avLst/>
          </a:prstGeom>
        </p:spPr>
        <p:txBody>
          <a:bodyPr vert="horz" lIns="86020" tIns="43009" rIns="86020" bIns="43009" rtlCol="0" anchor="ctr"/>
          <a:lstStyle>
            <a:defPPr>
              <a:defRPr lang="fr-FR"/>
            </a:defPPr>
            <a:lvl1pPr marL="0" algn="r" defTabSz="624398" rtl="0" eaLnBrk="1" latinLnBrk="0" hangingPunct="1">
              <a:defRPr sz="1200" b="0" kern="1200">
                <a:solidFill>
                  <a:schemeClr val="bg1">
                    <a:lumMod val="50000"/>
                  </a:schemeClr>
                </a:solidFill>
                <a:latin typeface="Helvetica Light"/>
                <a:ea typeface="+mn-ea"/>
                <a:cs typeface="+mn-cs"/>
              </a:defRPr>
            </a:lvl1pPr>
            <a:lvl2pPr marL="62439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4879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7319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592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21990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638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7078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9518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6A149F1D-1C67-428F-A9BD-3922FC72F0CC}" type="slidenum">
              <a:rPr lang="fr-FR" sz="1103" smtClean="0"/>
              <a:pPr rtl="0"/>
              <a:t>‹#›</a:t>
            </a:fld>
            <a:endParaRPr lang="fr-FR" sz="1103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F44FB9EB-2A42-40DD-DFAE-410D193552DC}"/>
              </a:ext>
            </a:extLst>
          </p:cNvPr>
          <p:cNvSpPr txBox="1">
            <a:spLocks/>
          </p:cNvSpPr>
          <p:nvPr userDrawn="1"/>
        </p:nvSpPr>
        <p:spPr>
          <a:xfrm>
            <a:off x="1239671" y="7246252"/>
            <a:ext cx="2791194" cy="169726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3">
                <a:solidFill>
                  <a:prstClr val="black"/>
                </a:solidFill>
              </a:rPr>
              <a:t>CONFIDENTIEL</a:t>
            </a:r>
            <a:endParaRPr kumimoji="0" lang="fr-FR" sz="1103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25F6-5C16-0B78-68E9-F26C2D106EAB}"/>
              </a:ext>
            </a:extLst>
          </p:cNvPr>
          <p:cNvSpPr/>
          <p:nvPr userDrawn="1"/>
        </p:nvSpPr>
        <p:spPr>
          <a:xfrm>
            <a:off x="14615677" y="1634078"/>
            <a:ext cx="949802" cy="367694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BA3A71-4839-EE98-7505-6B915C2D9C3E}"/>
              </a:ext>
            </a:extLst>
          </p:cNvPr>
          <p:cNvSpPr/>
          <p:nvPr userDrawn="1"/>
        </p:nvSpPr>
        <p:spPr>
          <a:xfrm>
            <a:off x="14615677" y="2118495"/>
            <a:ext cx="949802" cy="367694"/>
          </a:xfrm>
          <a:prstGeom prst="rect">
            <a:avLst/>
          </a:prstGeom>
          <a:solidFill>
            <a:srgbClr val="C4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0FABA-A99A-8D53-DE1E-DD77221CB339}"/>
              </a:ext>
            </a:extLst>
          </p:cNvPr>
          <p:cNvSpPr/>
          <p:nvPr userDrawn="1"/>
        </p:nvSpPr>
        <p:spPr>
          <a:xfrm>
            <a:off x="14615677" y="2583052"/>
            <a:ext cx="949802" cy="367694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4729FA-4C35-54D2-D17D-94022CE55F1F}"/>
              </a:ext>
            </a:extLst>
          </p:cNvPr>
          <p:cNvSpPr/>
          <p:nvPr userDrawn="1"/>
        </p:nvSpPr>
        <p:spPr>
          <a:xfrm>
            <a:off x="14615677" y="3047609"/>
            <a:ext cx="949802" cy="36769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AECE1-9DA7-BE80-BE75-824F9E2BB0FC}"/>
              </a:ext>
            </a:extLst>
          </p:cNvPr>
          <p:cNvSpPr/>
          <p:nvPr userDrawn="1"/>
        </p:nvSpPr>
        <p:spPr>
          <a:xfrm>
            <a:off x="14615677" y="3865983"/>
            <a:ext cx="949802" cy="367694"/>
          </a:xfrm>
          <a:prstGeom prst="rect">
            <a:avLst/>
          </a:prstGeom>
          <a:solidFill>
            <a:srgbClr val="E96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4D0E8-41B4-AD47-F5F4-BAAE93B1BB82}"/>
              </a:ext>
            </a:extLst>
          </p:cNvPr>
          <p:cNvSpPr/>
          <p:nvPr userDrawn="1"/>
        </p:nvSpPr>
        <p:spPr>
          <a:xfrm>
            <a:off x="14615677" y="4684358"/>
            <a:ext cx="949802" cy="367694"/>
          </a:xfrm>
          <a:prstGeom prst="rect">
            <a:avLst/>
          </a:prstGeom>
          <a:solidFill>
            <a:srgbClr val="758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2583E-60C4-8989-4620-21114906965A}"/>
              </a:ext>
            </a:extLst>
          </p:cNvPr>
          <p:cNvSpPr/>
          <p:nvPr userDrawn="1"/>
        </p:nvSpPr>
        <p:spPr>
          <a:xfrm>
            <a:off x="14615677" y="5163408"/>
            <a:ext cx="949802" cy="367694"/>
          </a:xfrm>
          <a:prstGeom prst="rect">
            <a:avLst/>
          </a:prstGeom>
          <a:solidFill>
            <a:srgbClr val="C4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BF8AEB-A4B8-AE37-4210-D34EEEED9F19}"/>
              </a:ext>
            </a:extLst>
          </p:cNvPr>
          <p:cNvSpPr/>
          <p:nvPr userDrawn="1"/>
        </p:nvSpPr>
        <p:spPr>
          <a:xfrm>
            <a:off x="14615677" y="5637997"/>
            <a:ext cx="949802" cy="367694"/>
          </a:xfrm>
          <a:prstGeom prst="rect">
            <a:avLst/>
          </a:prstGeom>
          <a:solidFill>
            <a:srgbClr val="C08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</p:spTree>
    <p:extLst>
      <p:ext uri="{BB962C8B-B14F-4D97-AF65-F5344CB8AC3E}">
        <p14:creationId xmlns:p14="http://schemas.microsoft.com/office/powerpoint/2010/main" val="162917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</p:sldLayoutIdLst>
  <p:hf hdr="0" ftr="0"/>
  <p:txStyles>
    <p:titleStyle>
      <a:lvl1pPr algn="l" defTabSz="587363" rtl="0" eaLnBrk="1" latinLnBrk="0" hangingPunct="1">
        <a:lnSpc>
          <a:spcPct val="100000"/>
        </a:lnSpc>
        <a:spcBef>
          <a:spcPts val="22"/>
        </a:spcBef>
        <a:buNone/>
        <a:defRPr lang="fr-FR" sz="2647" b="1" kern="1200" dirty="0" smtClean="0">
          <a:solidFill>
            <a:schemeClr val="tx1"/>
          </a:solidFill>
          <a:latin typeface="Helvetica"/>
          <a:ea typeface="+mn-ea"/>
          <a:cs typeface="Helvetica"/>
        </a:defRPr>
      </a:lvl1pPr>
    </p:titleStyle>
    <p:bodyStyle>
      <a:lvl1pPr marL="440523" indent="-440523" algn="l" defTabSz="587363" rtl="0" eaLnBrk="1" latinLnBrk="0" hangingPunct="1">
        <a:spcBef>
          <a:spcPct val="20000"/>
        </a:spcBef>
        <a:buFont typeface="Arial"/>
        <a:buChar char="•"/>
        <a:defRPr lang="en-US" sz="1985" kern="1200" baseline="0" smtClean="0">
          <a:solidFill>
            <a:schemeClr val="tx1"/>
          </a:solidFill>
          <a:latin typeface="Helvetica"/>
          <a:ea typeface="+mn-ea"/>
          <a:cs typeface="Helvetica"/>
        </a:defRPr>
      </a:lvl1pPr>
      <a:lvl2pPr marL="954467" indent="-367102" algn="l" defTabSz="587363" rtl="0" eaLnBrk="1" latinLnBrk="0" hangingPunct="1">
        <a:spcBef>
          <a:spcPct val="20000"/>
        </a:spcBef>
        <a:buFont typeface="Arial"/>
        <a:buChar char="–"/>
        <a:defRPr lang="en-US" sz="3574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468410" indent="-293682" algn="l" defTabSz="587363" rtl="0" eaLnBrk="1" latinLnBrk="0" hangingPunct="1">
        <a:spcBef>
          <a:spcPct val="20000"/>
        </a:spcBef>
        <a:buFont typeface="Arial"/>
        <a:buChar char="•"/>
        <a:defRPr lang="en-US" sz="3104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2055774" indent="-293682" algn="l" defTabSz="587363" rtl="0" eaLnBrk="1" latinLnBrk="0" hangingPunct="1">
        <a:spcBef>
          <a:spcPct val="20000"/>
        </a:spcBef>
        <a:buFont typeface="Arial"/>
        <a:buChar char="–"/>
        <a:defRPr lang="en-US" sz="254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643138" indent="-293682" algn="l" defTabSz="587363" rtl="0" eaLnBrk="1" latinLnBrk="0" hangingPunct="1">
        <a:spcBef>
          <a:spcPct val="20000"/>
        </a:spcBef>
        <a:buFont typeface="Arial"/>
        <a:buChar char="»"/>
        <a:defRPr lang="fr-FR" sz="254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3230502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6pPr>
      <a:lvl7pPr marL="3817866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7pPr>
      <a:lvl8pPr marL="4405229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8pPr>
      <a:lvl9pPr marL="4992594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87363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2pPr>
      <a:lvl3pPr marL="1174728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3pPr>
      <a:lvl4pPr marL="1762091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4pPr>
      <a:lvl5pPr marL="2349456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5pPr>
      <a:lvl6pPr marL="2936819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6pPr>
      <a:lvl7pPr marL="3524184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7pPr>
      <a:lvl8pPr marL="4111547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8pPr>
      <a:lvl9pPr marL="4698912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884871622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30" imgH="528" progId="TCLayout.ActiveDocument.1">
                  <p:embed/>
                </p:oleObj>
              </mc:Choice>
              <mc:Fallback>
                <p:oleObj name="think-cell Slide" r:id="rId7" imgW="530" imgH="528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9D1A1A5-DA58-4C29-9B95-DC724030626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86097" cy="1750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446" b="1" i="0" baseline="0">
              <a:latin typeface="Helvetica" panose="020B0604020202020204" pitchFamily="34" charset="0"/>
              <a:ea typeface="+mn-ea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3376" y="1151480"/>
            <a:ext cx="13600799" cy="30546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buNone/>
            </a:pPr>
            <a:r>
              <a:rPr lang="fr-FR"/>
              <a:t>Sous-titre de la diapositive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33373" y="204926"/>
            <a:ext cx="13600800" cy="8147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0" lvl="0" indent="0">
              <a:spcBef>
                <a:spcPct val="20000"/>
              </a:spcBef>
              <a:buFont typeface="Arial"/>
            </a:pPr>
            <a:r>
              <a:rPr lang="fr-FR"/>
              <a:t>Titre de la diapositive</a:t>
            </a:r>
            <a:br>
              <a:rPr lang="fr-FR"/>
            </a:br>
            <a:r>
              <a:rPr lang="fr-FR"/>
              <a:t>(sur 2 lignes)</a:t>
            </a:r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096014" y="6978754"/>
            <a:ext cx="1669047" cy="352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fr-FR" sz="1693">
                <a:solidFill>
                  <a:srgbClr val="FFFFFF"/>
                </a:solidFill>
                <a:latin typeface="Helvetica Light"/>
                <a:cs typeface="Helvetica Light"/>
              </a:rPr>
              <a:t>CONFIDENTIEL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B2AB7D2-8AF5-8B07-F7C7-2BA5D0B9A981}"/>
              </a:ext>
            </a:extLst>
          </p:cNvPr>
          <p:cNvGrpSpPr/>
          <p:nvPr userDrawn="1"/>
        </p:nvGrpSpPr>
        <p:grpSpPr>
          <a:xfrm>
            <a:off x="12058931" y="7169019"/>
            <a:ext cx="1266057" cy="268916"/>
            <a:chOff x="9772421" y="6270793"/>
            <a:chExt cx="1739365" cy="432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FCAB06-952F-4FA7-9874-FF615B0688CD}"/>
                </a:ext>
              </a:extLst>
            </p:cNvPr>
            <p:cNvSpPr/>
            <p:nvPr userDrawn="1"/>
          </p:nvSpPr>
          <p:spPr>
            <a:xfrm>
              <a:off x="9772421" y="6270793"/>
              <a:ext cx="1739365" cy="43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/>
              <a:endParaRPr lang="fr-FR" sz="169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Image 6">
              <a:extLst>
                <a:ext uri="{FF2B5EF4-FFF2-40B4-BE49-F238E27FC236}">
                  <a16:creationId xmlns:a16="http://schemas.microsoft.com/office/drawing/2014/main" id="{4AB3518E-530E-4B5A-BA9C-082C72D6D6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36468"/>
            <a:stretch/>
          </p:blipFill>
          <p:spPr>
            <a:xfrm>
              <a:off x="10241850" y="6339342"/>
              <a:ext cx="1147190" cy="294902"/>
            </a:xfrm>
            <a:prstGeom prst="rect">
              <a:avLst/>
            </a:prstGeom>
          </p:spPr>
        </p:pic>
        <p:pic>
          <p:nvPicPr>
            <p:cNvPr id="22" name="Image 6">
              <a:extLst>
                <a:ext uri="{FF2B5EF4-FFF2-40B4-BE49-F238E27FC236}">
                  <a16:creationId xmlns:a16="http://schemas.microsoft.com/office/drawing/2014/main" id="{51DCA5C5-E185-40BD-84EE-B2705268F3F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31905" y="6288793"/>
              <a:ext cx="303869" cy="396000"/>
            </a:xfrm>
            <a:prstGeom prst="rect">
              <a:avLst/>
            </a:prstGeom>
          </p:spPr>
        </p:pic>
      </p:grp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44BBEA9-A514-1EBD-C6A8-94E2D2F17E0A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103878"/>
            <a:ext cx="14292263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DCA8D2B-922F-0C5A-338B-15262AF513B8}"/>
              </a:ext>
            </a:extLst>
          </p:cNvPr>
          <p:cNvSpPr txBox="1">
            <a:spLocks/>
          </p:cNvSpPr>
          <p:nvPr userDrawn="1"/>
        </p:nvSpPr>
        <p:spPr>
          <a:xfrm>
            <a:off x="5036054" y="7182539"/>
            <a:ext cx="4220156" cy="31829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34">
                <a:solidFill>
                  <a:prstClr val="black"/>
                </a:solidFill>
              </a:rPr>
              <a:t>Communication externe</a:t>
            </a:r>
          </a:p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34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</a:rPr>
              <a:t>Janvier 2025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24C0DCE-76E1-D0D8-3F02-977A0CE334BE}"/>
              </a:ext>
            </a:extLst>
          </p:cNvPr>
          <p:cNvSpPr txBox="1">
            <a:spLocks/>
          </p:cNvSpPr>
          <p:nvPr userDrawn="1"/>
        </p:nvSpPr>
        <p:spPr>
          <a:xfrm>
            <a:off x="269874" y="7049290"/>
            <a:ext cx="534670" cy="401638"/>
          </a:xfrm>
          <a:prstGeom prst="rect">
            <a:avLst/>
          </a:prstGeom>
        </p:spPr>
        <p:txBody>
          <a:bodyPr vert="horz" lIns="86020" tIns="43009" rIns="86020" bIns="43009" rtlCol="0" anchor="ctr"/>
          <a:lstStyle>
            <a:defPPr>
              <a:defRPr lang="fr-FR"/>
            </a:defPPr>
            <a:lvl1pPr marL="0" algn="r" defTabSz="624398" rtl="0" eaLnBrk="1" latinLnBrk="0" hangingPunct="1">
              <a:defRPr sz="1200" b="0" kern="1200">
                <a:solidFill>
                  <a:schemeClr val="bg1">
                    <a:lumMod val="50000"/>
                  </a:schemeClr>
                </a:solidFill>
                <a:latin typeface="Helvetica Light"/>
                <a:ea typeface="+mn-ea"/>
                <a:cs typeface="+mn-cs"/>
              </a:defRPr>
            </a:lvl1pPr>
            <a:lvl2pPr marL="62439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4879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7319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97592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21990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6388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70786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95184" algn="l" defTabSz="624398" rtl="0" eaLnBrk="1" latinLnBrk="0" hangingPunct="1"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6A149F1D-1C67-428F-A9BD-3922FC72F0CC}" type="slidenum">
              <a:rPr lang="fr-FR" sz="1103" smtClean="0"/>
              <a:pPr rtl="0"/>
              <a:t>‹#›</a:t>
            </a:fld>
            <a:endParaRPr lang="fr-FR" sz="1103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F44FB9EB-2A42-40DD-DFAE-410D193552DC}"/>
              </a:ext>
            </a:extLst>
          </p:cNvPr>
          <p:cNvSpPr txBox="1">
            <a:spLocks/>
          </p:cNvSpPr>
          <p:nvPr userDrawn="1"/>
        </p:nvSpPr>
        <p:spPr>
          <a:xfrm>
            <a:off x="1239671" y="7246252"/>
            <a:ext cx="2791194" cy="169726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marL="399459" indent="-399459" algn="l" defTabSz="532611" rtl="0" eaLnBrk="1" latinLnBrk="0" hangingPunct="1">
              <a:spcBef>
                <a:spcPts val="0"/>
              </a:spcBef>
              <a:buFontTx/>
              <a:buNone/>
              <a:defRPr lang="en-US" sz="938" i="1" kern="1200" baseline="0" smtClean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865494" indent="-332882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324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1529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lang="en-US" sz="281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64140" indent="-266306" algn="l" defTabSz="532611" rtl="0" eaLnBrk="1" latinLnBrk="0" hangingPunct="1">
              <a:spcBef>
                <a:spcPct val="20000"/>
              </a:spcBef>
              <a:buFont typeface="Arial"/>
              <a:buChar char="–"/>
              <a:defRPr lang="en-US" sz="2303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6752" indent="-266306" algn="l" defTabSz="532611" rtl="0" eaLnBrk="1" latinLnBrk="0" hangingPunct="1">
              <a:spcBef>
                <a:spcPct val="20000"/>
              </a:spcBef>
              <a:buFont typeface="Arial"/>
              <a:buChar char="»"/>
              <a:defRPr lang="fr-FR"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29363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61975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4586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7198" indent="-266306" algn="l" defTabSz="532611" rtl="0" eaLnBrk="1" latinLnBrk="0" hangingPunct="1">
              <a:spcBef>
                <a:spcPct val="20000"/>
              </a:spcBef>
              <a:buFont typeface="Arial"/>
              <a:buChar char="•"/>
              <a:defRPr sz="23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523" marR="0" lvl="0" indent="-440523" algn="ctr" defTabSz="587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3">
                <a:solidFill>
                  <a:prstClr val="black"/>
                </a:solidFill>
              </a:rPr>
              <a:t>CONFIDENTIEL</a:t>
            </a:r>
            <a:endParaRPr kumimoji="0" lang="fr-FR" sz="1103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25F6-5C16-0B78-68E9-F26C2D106EAB}"/>
              </a:ext>
            </a:extLst>
          </p:cNvPr>
          <p:cNvSpPr/>
          <p:nvPr userDrawn="1"/>
        </p:nvSpPr>
        <p:spPr>
          <a:xfrm>
            <a:off x="14615677" y="1634078"/>
            <a:ext cx="949802" cy="367694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BA3A71-4839-EE98-7505-6B915C2D9C3E}"/>
              </a:ext>
            </a:extLst>
          </p:cNvPr>
          <p:cNvSpPr/>
          <p:nvPr userDrawn="1"/>
        </p:nvSpPr>
        <p:spPr>
          <a:xfrm>
            <a:off x="14615677" y="2118495"/>
            <a:ext cx="949802" cy="367694"/>
          </a:xfrm>
          <a:prstGeom prst="rect">
            <a:avLst/>
          </a:prstGeom>
          <a:solidFill>
            <a:srgbClr val="C4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80FABA-A99A-8D53-DE1E-DD77221CB339}"/>
              </a:ext>
            </a:extLst>
          </p:cNvPr>
          <p:cNvSpPr/>
          <p:nvPr userDrawn="1"/>
        </p:nvSpPr>
        <p:spPr>
          <a:xfrm>
            <a:off x="14615677" y="2583052"/>
            <a:ext cx="949802" cy="367694"/>
          </a:xfrm>
          <a:prstGeom prst="rect">
            <a:avLst/>
          </a:prstGeom>
          <a:solidFill>
            <a:srgbClr val="DD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4729FA-4C35-54D2-D17D-94022CE55F1F}"/>
              </a:ext>
            </a:extLst>
          </p:cNvPr>
          <p:cNvSpPr/>
          <p:nvPr userDrawn="1"/>
        </p:nvSpPr>
        <p:spPr>
          <a:xfrm>
            <a:off x="14615677" y="3047609"/>
            <a:ext cx="949802" cy="36769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AECE1-9DA7-BE80-BE75-824F9E2BB0FC}"/>
              </a:ext>
            </a:extLst>
          </p:cNvPr>
          <p:cNvSpPr/>
          <p:nvPr userDrawn="1"/>
        </p:nvSpPr>
        <p:spPr>
          <a:xfrm>
            <a:off x="14615677" y="3865983"/>
            <a:ext cx="949802" cy="367694"/>
          </a:xfrm>
          <a:prstGeom prst="rect">
            <a:avLst/>
          </a:prstGeom>
          <a:solidFill>
            <a:srgbClr val="E96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4D0E8-41B4-AD47-F5F4-BAAE93B1BB82}"/>
              </a:ext>
            </a:extLst>
          </p:cNvPr>
          <p:cNvSpPr/>
          <p:nvPr userDrawn="1"/>
        </p:nvSpPr>
        <p:spPr>
          <a:xfrm>
            <a:off x="14615677" y="4684358"/>
            <a:ext cx="949802" cy="367694"/>
          </a:xfrm>
          <a:prstGeom prst="rect">
            <a:avLst/>
          </a:prstGeom>
          <a:solidFill>
            <a:srgbClr val="758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2583E-60C4-8989-4620-21114906965A}"/>
              </a:ext>
            </a:extLst>
          </p:cNvPr>
          <p:cNvSpPr/>
          <p:nvPr userDrawn="1"/>
        </p:nvSpPr>
        <p:spPr>
          <a:xfrm>
            <a:off x="14615677" y="5163408"/>
            <a:ext cx="949802" cy="367694"/>
          </a:xfrm>
          <a:prstGeom prst="rect">
            <a:avLst/>
          </a:prstGeom>
          <a:solidFill>
            <a:srgbClr val="C4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BF8AEB-A4B8-AE37-4210-D34EEEED9F19}"/>
              </a:ext>
            </a:extLst>
          </p:cNvPr>
          <p:cNvSpPr/>
          <p:nvPr userDrawn="1"/>
        </p:nvSpPr>
        <p:spPr>
          <a:xfrm>
            <a:off x="14615677" y="5637997"/>
            <a:ext cx="949802" cy="367694"/>
          </a:xfrm>
          <a:prstGeom prst="rect">
            <a:avLst/>
          </a:prstGeom>
          <a:solidFill>
            <a:srgbClr val="C08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2757"/>
          </a:p>
        </p:txBody>
      </p:sp>
    </p:spTree>
    <p:extLst>
      <p:ext uri="{BB962C8B-B14F-4D97-AF65-F5344CB8AC3E}">
        <p14:creationId xmlns:p14="http://schemas.microsoft.com/office/powerpoint/2010/main" val="399765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</p:sldLayoutIdLst>
  <p:hf hdr="0" ftr="0"/>
  <p:txStyles>
    <p:titleStyle>
      <a:lvl1pPr algn="l" defTabSz="587363" rtl="0" eaLnBrk="1" latinLnBrk="0" hangingPunct="1">
        <a:lnSpc>
          <a:spcPct val="100000"/>
        </a:lnSpc>
        <a:spcBef>
          <a:spcPts val="22"/>
        </a:spcBef>
        <a:buNone/>
        <a:defRPr lang="fr-FR" sz="2647" b="1" kern="1200" dirty="0" smtClean="0">
          <a:solidFill>
            <a:schemeClr val="tx1"/>
          </a:solidFill>
          <a:latin typeface="Helvetica"/>
          <a:ea typeface="+mn-ea"/>
          <a:cs typeface="Helvetica"/>
        </a:defRPr>
      </a:lvl1pPr>
    </p:titleStyle>
    <p:bodyStyle>
      <a:lvl1pPr marL="440523" indent="-440523" algn="l" defTabSz="587363" rtl="0" eaLnBrk="1" latinLnBrk="0" hangingPunct="1">
        <a:spcBef>
          <a:spcPct val="20000"/>
        </a:spcBef>
        <a:buFont typeface="Arial"/>
        <a:buChar char="•"/>
        <a:defRPr lang="en-US" sz="1985" kern="1200" baseline="0" smtClean="0">
          <a:solidFill>
            <a:schemeClr val="tx1"/>
          </a:solidFill>
          <a:latin typeface="Helvetica"/>
          <a:ea typeface="+mn-ea"/>
          <a:cs typeface="Helvetica"/>
        </a:defRPr>
      </a:lvl1pPr>
      <a:lvl2pPr marL="954467" indent="-367102" algn="l" defTabSz="587363" rtl="0" eaLnBrk="1" latinLnBrk="0" hangingPunct="1">
        <a:spcBef>
          <a:spcPct val="20000"/>
        </a:spcBef>
        <a:buFont typeface="Arial"/>
        <a:buChar char="–"/>
        <a:defRPr lang="en-US" sz="3574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468410" indent="-293682" algn="l" defTabSz="587363" rtl="0" eaLnBrk="1" latinLnBrk="0" hangingPunct="1">
        <a:spcBef>
          <a:spcPct val="20000"/>
        </a:spcBef>
        <a:buFont typeface="Arial"/>
        <a:buChar char="•"/>
        <a:defRPr lang="en-US" sz="3104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2055774" indent="-293682" algn="l" defTabSz="587363" rtl="0" eaLnBrk="1" latinLnBrk="0" hangingPunct="1">
        <a:spcBef>
          <a:spcPct val="20000"/>
        </a:spcBef>
        <a:buFont typeface="Arial"/>
        <a:buChar char="–"/>
        <a:defRPr lang="en-US" sz="254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643138" indent="-293682" algn="l" defTabSz="587363" rtl="0" eaLnBrk="1" latinLnBrk="0" hangingPunct="1">
        <a:spcBef>
          <a:spcPct val="20000"/>
        </a:spcBef>
        <a:buFont typeface="Arial"/>
        <a:buChar char="»"/>
        <a:defRPr lang="fr-FR" sz="254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3230502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6pPr>
      <a:lvl7pPr marL="3817866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7pPr>
      <a:lvl8pPr marL="4405229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8pPr>
      <a:lvl9pPr marL="4992594" indent="-293682" algn="l" defTabSz="587363" rtl="0" eaLnBrk="1" latinLnBrk="0" hangingPunct="1">
        <a:spcBef>
          <a:spcPct val="20000"/>
        </a:spcBef>
        <a:buFont typeface="Arial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87363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2pPr>
      <a:lvl3pPr marL="1174728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3pPr>
      <a:lvl4pPr marL="1762091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4pPr>
      <a:lvl5pPr marL="2349456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5pPr>
      <a:lvl6pPr marL="2936819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6pPr>
      <a:lvl7pPr marL="3524184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7pPr>
      <a:lvl8pPr marL="4111547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8pPr>
      <a:lvl9pPr marL="4698912" algn="l" defTabSz="587363" rtl="0" eaLnBrk="1" latinLnBrk="0" hangingPunct="1">
        <a:defRPr sz="2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oleObject" Target="../embeddings/oleObject27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emf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DC952527-385D-E817-2AF5-7243EC8A34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1845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952527-385D-E817-2AF5-7243EC8A3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829CF1-A375-61F6-E603-BE6A9A8C67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1601" y="1631689"/>
            <a:ext cx="4881600" cy="523220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Nouvelle organisation des sauvegardes proposée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05FCFB5-2459-ECDE-4003-9296ACE7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4" y="204925"/>
            <a:ext cx="13600800" cy="800219"/>
          </a:xfrm>
        </p:spPr>
        <p:txBody>
          <a:bodyPr vert="horz"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archives ont été organisées selon 2 horizons de temps : moins de 5 ans sur OneDrive + Disque Dur, plus de 5 ans sur Disque Dur + Cloud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5F943E7-CC12-5FA6-A927-32E327020F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Organisation des archives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CE140CB-85DA-860C-6E25-3B643B77A3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06923EB-0FC5-177C-71AA-D0813625C6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75" y="2518597"/>
            <a:ext cx="4523106" cy="392107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OneDrive nous autorise à gérer jusqu’à 1 To de données (au-delà, le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pricing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décolle)</a:t>
            </a:r>
          </a:p>
          <a:p>
            <a:pPr marL="712788" lvl="1" indent="-266700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Les dossiers conseil d’avant 2019 pèsent lourd et sont peu / pas utilisés par nos équipes, ou alors ponctuellement</a:t>
            </a:r>
          </a:p>
          <a:p>
            <a:pPr marL="712788" lvl="1" indent="-266700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La mécanique d’archivage de OneDrive démultiplie la taille requise pour les fichiers les plus lourds dans les dossiers récents</a:t>
            </a:r>
          </a:p>
          <a:p>
            <a:pPr marL="342900" indent="-342900">
              <a:buFont typeface="+mj-lt"/>
              <a:buAutoNum type="arabicPeriod"/>
            </a:pPr>
            <a:endParaRPr lang="fr-F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Le niveau de confiance est plutôt en baisse sur la fiabilité de OneDrive en tant que dépôt unique de nos fichiers</a:t>
            </a:r>
          </a:p>
          <a:p>
            <a:pPr marL="712788" lvl="1" indent="-266700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Des pertes de connexion ont été expérimentées par des entreprises / administrations en France</a:t>
            </a:r>
          </a:p>
          <a:p>
            <a:pPr marL="712788" lvl="1" indent="-266700"/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Les ransomwares semblent s’être adaptés à OneDrive et il nous est nécessaire de faire des sauvegardes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89CFBCA-0CBE-1737-A53C-6714338946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375" y="1629257"/>
            <a:ext cx="4523106" cy="523220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Problématiques de notre organisation actuelle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98751F2-2A2A-5AA6-8DF5-CA50FE8EB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65053AB6-08CB-4714-8F2A-7D65792EB1AF}" type="slidenum"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</a:t>
            </a:fld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E73157-C82D-FDEB-9CE9-6CB007795C58}"/>
              </a:ext>
            </a:extLst>
          </p:cNvPr>
          <p:cNvCxnSpPr/>
          <p:nvPr/>
        </p:nvCxnSpPr>
        <p:spPr>
          <a:xfrm>
            <a:off x="318106" y="2291699"/>
            <a:ext cx="4619654" cy="0"/>
          </a:xfrm>
          <a:prstGeom prst="line">
            <a:avLst/>
          </a:prstGeom>
          <a:ln>
            <a:solidFill>
              <a:srgbClr val="9287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816ABAA-ACE2-50F0-1EF0-2480F187186D}"/>
              </a:ext>
            </a:extLst>
          </p:cNvPr>
          <p:cNvCxnSpPr>
            <a:cxnSpLocks/>
          </p:cNvCxnSpPr>
          <p:nvPr/>
        </p:nvCxnSpPr>
        <p:spPr>
          <a:xfrm>
            <a:off x="5163706" y="2291699"/>
            <a:ext cx="4925358" cy="0"/>
          </a:xfrm>
          <a:prstGeom prst="line">
            <a:avLst/>
          </a:prstGeom>
          <a:ln>
            <a:solidFill>
              <a:srgbClr val="9287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1A96C033-CB18-8286-8BEB-E9D6FBDE8E9A}"/>
              </a:ext>
            </a:extLst>
          </p:cNvPr>
          <p:cNvSpPr txBox="1">
            <a:spLocks/>
          </p:cNvSpPr>
          <p:nvPr/>
        </p:nvSpPr>
        <p:spPr>
          <a:xfrm>
            <a:off x="10310400" y="1890867"/>
            <a:ext cx="3648488" cy="2616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algn="l" defTabSz="624398" rtl="0" eaLnBrk="1" latinLnBrk="0" hangingPunct="1">
              <a:spcBef>
                <a:spcPct val="20000"/>
              </a:spcBef>
              <a:buFont typeface="Arial"/>
              <a:buNone/>
              <a:defRPr lang="en-US" sz="1700" b="1" kern="1200" baseline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1014647" indent="-390249" algn="l" defTabSz="624398" rtl="0" eaLnBrk="1" latinLnBrk="0" hangingPunct="1">
              <a:spcBef>
                <a:spcPct val="20000"/>
              </a:spcBef>
              <a:buFont typeface="Arial"/>
              <a:buChar char="–"/>
              <a:defRPr lang="en-US" sz="3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0995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lang="en-US" sz="33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85393" indent="-312199" algn="l" defTabSz="624398" rtl="0" eaLnBrk="1" latinLnBrk="0" hangingPunct="1">
              <a:spcBef>
                <a:spcPct val="20000"/>
              </a:spcBef>
              <a:buFont typeface="Arial"/>
              <a:buChar char="–"/>
              <a:defRPr lang="en-US" sz="2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09791" indent="-312199" algn="l" defTabSz="624398" rtl="0" eaLnBrk="1" latinLnBrk="0" hangingPunct="1">
              <a:spcBef>
                <a:spcPct val="20000"/>
              </a:spcBef>
              <a:buFont typeface="Arial"/>
              <a:buChar char="»"/>
              <a:defRPr lang="fr-FR" sz="2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34189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8587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82985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07383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Prochaines étapes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429E6EB-5931-711B-7D20-415644D7C589}"/>
              </a:ext>
            </a:extLst>
          </p:cNvPr>
          <p:cNvCxnSpPr>
            <a:cxnSpLocks/>
          </p:cNvCxnSpPr>
          <p:nvPr/>
        </p:nvCxnSpPr>
        <p:spPr>
          <a:xfrm>
            <a:off x="10243558" y="2291699"/>
            <a:ext cx="3681193" cy="0"/>
          </a:xfrm>
          <a:prstGeom prst="line">
            <a:avLst/>
          </a:prstGeom>
          <a:ln>
            <a:solidFill>
              <a:srgbClr val="9287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DE9303D-B174-9C60-D24B-0A2F859011BD}"/>
              </a:ext>
            </a:extLst>
          </p:cNvPr>
          <p:cNvSpPr/>
          <p:nvPr/>
        </p:nvSpPr>
        <p:spPr>
          <a:xfrm>
            <a:off x="5163706" y="2693504"/>
            <a:ext cx="948859" cy="1719464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 dirty="0">
                <a:latin typeface="Arial" panose="020B0604020202020204" pitchFamily="34" charset="0"/>
                <a:cs typeface="Arial" panose="020B0604020202020204" pitchFamily="34" charset="0"/>
              </a:rPr>
              <a:t>Plus de 5 ans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788859-9A18-6AC8-9580-F7CFB04EF20F}"/>
              </a:ext>
            </a:extLst>
          </p:cNvPr>
          <p:cNvSpPr/>
          <p:nvPr/>
        </p:nvSpPr>
        <p:spPr>
          <a:xfrm>
            <a:off x="6197271" y="2440536"/>
            <a:ext cx="1880729" cy="24090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i="1" dirty="0">
                <a:latin typeface="Arial" panose="020B0604020202020204" pitchFamily="34" charset="0"/>
                <a:cs typeface="Arial" panose="020B0604020202020204" pitchFamily="34" charset="0"/>
              </a:rPr>
              <a:t>Stockage principal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B24836-16B9-3BBC-2494-8EF013DA8708}"/>
              </a:ext>
            </a:extLst>
          </p:cNvPr>
          <p:cNvSpPr/>
          <p:nvPr/>
        </p:nvSpPr>
        <p:spPr>
          <a:xfrm>
            <a:off x="8208335" y="2440536"/>
            <a:ext cx="1880729" cy="24090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i="1" dirty="0">
                <a:latin typeface="Arial" panose="020B0604020202020204" pitchFamily="34" charset="0"/>
                <a:cs typeface="Arial" panose="020B0604020202020204" pitchFamily="34" charset="0"/>
              </a:rPr>
              <a:t>Stockage secondaire</a:t>
            </a:r>
          </a:p>
        </p:txBody>
      </p:sp>
      <p:pic>
        <p:nvPicPr>
          <p:cNvPr id="50" name="Graphic 49" descr="Database with solid fill">
            <a:extLst>
              <a:ext uri="{FF2B5EF4-FFF2-40B4-BE49-F238E27FC236}">
                <a16:creationId xmlns:a16="http://schemas.microsoft.com/office/drawing/2014/main" id="{BD56DDAB-5BCE-4EFE-19DC-9BC5EE3D8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5647" y="2786015"/>
            <a:ext cx="676254" cy="676254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4D9C5BF4-5D1F-44D4-C893-7DF42FC25BE7}"/>
              </a:ext>
            </a:extLst>
          </p:cNvPr>
          <p:cNvSpPr/>
          <p:nvPr/>
        </p:nvSpPr>
        <p:spPr>
          <a:xfrm>
            <a:off x="6282758" y="3663944"/>
            <a:ext cx="1880728" cy="4694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HDD local RSR Conseil</a:t>
            </a:r>
          </a:p>
          <a:p>
            <a:pPr marL="171450" indent="-171450">
              <a:buFontTx/>
              <a:buChar char="-"/>
            </a:pPr>
            <a:r>
              <a:rPr lang="fr-FR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 Passés 2016-2019</a:t>
            </a:r>
          </a:p>
          <a:p>
            <a:pPr marL="171450" indent="-171450">
              <a:buFontTx/>
              <a:buChar char="-"/>
            </a:pPr>
            <a:r>
              <a:rPr lang="fr-FR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 M&amp;A 18-19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863993-A579-51FF-7CDE-FF7CBAD6EDD6}"/>
              </a:ext>
            </a:extLst>
          </p:cNvPr>
          <p:cNvSpPr/>
          <p:nvPr/>
        </p:nvSpPr>
        <p:spPr>
          <a:xfrm>
            <a:off x="6197271" y="4243667"/>
            <a:ext cx="1880729" cy="2190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Accès via </a:t>
            </a:r>
            <a:r>
              <a:rPr lang="fr-FR" sz="13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Unifi</a:t>
            </a:r>
            <a:r>
              <a:rPr lang="fr-FR" sz="1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Identity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35222-D83A-4D42-ECAE-449506A3A6C1}"/>
              </a:ext>
            </a:extLst>
          </p:cNvPr>
          <p:cNvSpPr/>
          <p:nvPr/>
        </p:nvSpPr>
        <p:spPr>
          <a:xfrm>
            <a:off x="5163706" y="4561905"/>
            <a:ext cx="948859" cy="1920984"/>
          </a:xfrm>
          <a:prstGeom prst="rect">
            <a:avLst/>
          </a:prstGeom>
          <a:solidFill>
            <a:srgbClr val="94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 dirty="0">
                <a:latin typeface="Arial" panose="020B0604020202020204" pitchFamily="34" charset="0"/>
                <a:cs typeface="Arial" panose="020B0604020202020204" pitchFamily="34" charset="0"/>
              </a:rPr>
              <a:t>Moins de 5 ans</a:t>
            </a:r>
          </a:p>
        </p:txBody>
      </p:sp>
      <p:pic>
        <p:nvPicPr>
          <p:cNvPr id="4" name="Graphic 3" descr="Upload with solid fill">
            <a:extLst>
              <a:ext uri="{FF2B5EF4-FFF2-40B4-BE49-F238E27FC236}">
                <a16:creationId xmlns:a16="http://schemas.microsoft.com/office/drawing/2014/main" id="{C56D8A44-0F53-665C-2F20-3FBDEE164E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1499" y="2681441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039A24-66D5-215E-B327-66FB376965B6}"/>
              </a:ext>
            </a:extLst>
          </p:cNvPr>
          <p:cNvSpPr/>
          <p:nvPr/>
        </p:nvSpPr>
        <p:spPr>
          <a:xfrm>
            <a:off x="8208335" y="3795073"/>
            <a:ext cx="1880729" cy="2984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3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Scaleway</a:t>
            </a:r>
            <a:r>
              <a:rPr lang="fr-FR" sz="1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‘Glacier’</a:t>
            </a:r>
          </a:p>
          <a:p>
            <a:pPr marL="171450" indent="-171450">
              <a:buFontTx/>
              <a:buChar char="-"/>
            </a:pPr>
            <a:r>
              <a:rPr lang="fr-FR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backup-projets</a:t>
            </a:r>
          </a:p>
          <a:p>
            <a:pPr marL="171450" indent="-171450">
              <a:buFontTx/>
              <a:buChar char="-"/>
            </a:pPr>
            <a:r>
              <a:rPr lang="fr-FR" sz="1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backup-</a:t>
            </a:r>
            <a:r>
              <a:rPr lang="fr-FR" sz="10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projetsma</a:t>
            </a:r>
            <a:endParaRPr lang="fr-FR" sz="1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fr-FR" sz="1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7311A-0BD0-D581-8522-60C6AF844A0A}"/>
              </a:ext>
            </a:extLst>
          </p:cNvPr>
          <p:cNvSpPr/>
          <p:nvPr/>
        </p:nvSpPr>
        <p:spPr>
          <a:xfrm>
            <a:off x="8293822" y="5355088"/>
            <a:ext cx="2010284" cy="2880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HDD local RSR Conseil</a:t>
            </a:r>
          </a:p>
          <a:p>
            <a:pPr marL="171450" lvl="0" indent="-171450">
              <a:buFontTx/>
              <a:buChar char="-"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 conseil traditionnel</a:t>
            </a:r>
          </a:p>
          <a:p>
            <a:pPr marL="171450" lvl="0" indent="-171450">
              <a:buFontTx/>
              <a:buChar char="-"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Projets M&amp;A</a:t>
            </a:r>
          </a:p>
          <a:p>
            <a:pPr marL="171450" lvl="0" indent="-171450">
              <a:buFontTx/>
              <a:buChar char="-"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RSR</a:t>
            </a:r>
          </a:p>
          <a:p>
            <a:pPr marL="171450" lvl="0" indent="-171450">
              <a:buFontTx/>
              <a:buChar char="-"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 du Cabinet</a:t>
            </a:r>
          </a:p>
          <a:p>
            <a:pPr marL="171450" lvl="0" indent="-171450">
              <a:buFontTx/>
              <a:buChar char="-"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 commerciales</a:t>
            </a:r>
          </a:p>
          <a:p>
            <a:pPr marL="171450" lvl="0" indent="-171450">
              <a:buFontTx/>
              <a:buChar char="-"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Je-vends-ma-pme.com</a:t>
            </a:r>
          </a:p>
        </p:txBody>
      </p:sp>
      <p:pic>
        <p:nvPicPr>
          <p:cNvPr id="9" name="Graphic 8" descr="Syncing cloud with solid fill">
            <a:extLst>
              <a:ext uri="{FF2B5EF4-FFF2-40B4-BE49-F238E27FC236}">
                <a16:creationId xmlns:a16="http://schemas.microsoft.com/office/drawing/2014/main" id="{88C85618-27F6-883F-77D4-E5FE6DDCC1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8931" y="4549985"/>
            <a:ext cx="914400" cy="91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9F50160-C848-9BCF-8C64-B6C89B908B32}"/>
              </a:ext>
            </a:extLst>
          </p:cNvPr>
          <p:cNvSpPr/>
          <p:nvPr/>
        </p:nvSpPr>
        <p:spPr>
          <a:xfrm>
            <a:off x="6248073" y="5352595"/>
            <a:ext cx="1960262" cy="43697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3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OneDrive</a:t>
            </a:r>
          </a:p>
          <a:p>
            <a:pPr marL="171450" marR="0" lvl="0" indent="-171450" algn="l" defTabSz="6243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Projets conseil traditionnel</a:t>
            </a:r>
          </a:p>
          <a:p>
            <a:pPr marL="171450" marR="0" lvl="0" indent="-171450" algn="l" defTabSz="6243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Projets M&amp;A</a:t>
            </a:r>
          </a:p>
          <a:p>
            <a:pPr marL="171450" marR="0" lvl="0" indent="-171450" algn="l" defTabSz="6243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RSR</a:t>
            </a:r>
          </a:p>
          <a:p>
            <a:pPr marL="171450" marR="0" lvl="0" indent="-171450" algn="l" defTabSz="6243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Vie du Ca</a:t>
            </a: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binet</a:t>
            </a:r>
          </a:p>
          <a:p>
            <a:pPr marL="171450" marR="0" lvl="0" indent="-171450" algn="l" defTabSz="6243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Propositions commerciales</a:t>
            </a:r>
          </a:p>
          <a:p>
            <a:pPr marL="171450" marR="0" lvl="0" indent="-171450" algn="l" defTabSz="6243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Je-vends-ma-pme.com</a:t>
            </a:r>
            <a:endParaRPr kumimoji="0" lang="fr-FR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fr-FR" sz="13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6F1150B2-D827-4A0F-8DB5-F684A968297A}"/>
              </a:ext>
            </a:extLst>
          </p:cNvPr>
          <p:cNvSpPr txBox="1">
            <a:spLocks/>
          </p:cNvSpPr>
          <p:nvPr/>
        </p:nvSpPr>
        <p:spPr>
          <a:xfrm>
            <a:off x="10259257" y="2518597"/>
            <a:ext cx="3665494" cy="2930033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266700" indent="-266700" algn="l" defTabSz="624398" rtl="0" eaLnBrk="1" latinLnBrk="0" hangingPunct="1">
              <a:spcBef>
                <a:spcPct val="20000"/>
              </a:spcBef>
              <a:buFont typeface="Arial"/>
              <a:buChar char="•"/>
              <a:defRPr lang="en-US" sz="1500" kern="1200" baseline="0">
                <a:solidFill>
                  <a:schemeClr val="tx1"/>
                </a:solidFill>
                <a:latin typeface="Helvetica"/>
                <a:ea typeface="+mn-ea"/>
                <a:cs typeface="Helvetica"/>
              </a:defRPr>
            </a:lvl1pPr>
            <a:lvl2pPr marL="450850" indent="-184150" algn="l" defTabSz="624398" rtl="0" eaLnBrk="1" latinLnBrk="0" hangingPunct="1">
              <a:spcBef>
                <a:spcPct val="20000"/>
              </a:spcBef>
              <a:buFont typeface="Arial"/>
              <a:buChar char="–"/>
              <a:defRPr lang="en-US" sz="1500" kern="1200" baseline="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717550" indent="-266700" algn="l" defTabSz="624398" rtl="0" eaLnBrk="1" latinLnBrk="0" hangingPunct="1">
              <a:spcBef>
                <a:spcPct val="20000"/>
              </a:spcBef>
              <a:buFont typeface="Courier New" panose="02070309020205020404" pitchFamily="49" charset="0"/>
              <a:buChar char="o"/>
              <a:defRPr lang="en-US" sz="1300" i="1" kern="120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2185393" indent="-312199" algn="l" defTabSz="624398" rtl="0" eaLnBrk="1" latinLnBrk="0" hangingPunct="1">
              <a:spcBef>
                <a:spcPct val="20000"/>
              </a:spcBef>
              <a:buFont typeface="Arial"/>
              <a:buChar char="–"/>
              <a:defRPr lang="en-US" sz="2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09791" indent="-312199" algn="l" defTabSz="624398" rtl="0" eaLnBrk="1" latinLnBrk="0" hangingPunct="1">
              <a:spcBef>
                <a:spcPct val="20000"/>
              </a:spcBef>
              <a:buFont typeface="Arial"/>
              <a:buChar char="»"/>
              <a:defRPr lang="fr-FR" sz="2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34189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8587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82985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07383" indent="-312199" algn="l" defTabSz="62439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Créer les accès Directeurs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(et Managers ?) pour le HDD local RSR Conseil (sauvegarde déjà effectuée) et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tester les accès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Partager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mécaniques d’accès au </a:t>
            </a:r>
            <a:r>
              <a:rPr lang="fr-F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Scaleway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Glacier et Standard pour restauration des backups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Mettre en place la sauvegarde automatique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des OneDrive vers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Scaleway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Standard (sur Serveur RSR Conseil)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Mettre en place la sauvegarde chaque fin d’année de l’année -5 ans</a:t>
            </a:r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2C5EC2FD-D3F8-D65E-2C46-997A58E6B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0572" y="4530201"/>
            <a:ext cx="676254" cy="67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1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93FCD29-559B-2592-844F-F3482FF22D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9638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3FCD29-559B-2592-844F-F3482FF22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A982F1-8E2F-C32B-7DDA-051266943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75" y="1813734"/>
            <a:ext cx="13598525" cy="200054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Tous les mois : S’assurer que les synchro sur l’ordinateur (tâche programmée au 1</a:t>
            </a:r>
            <a:r>
              <a:rPr lang="fr-FR" baseline="30000" dirty="0"/>
              <a:t>er</a:t>
            </a:r>
            <a:r>
              <a:rPr lang="fr-FR" dirty="0"/>
              <a:t> </a:t>
            </a:r>
            <a:r>
              <a:rPr lang="fr-FR"/>
              <a:t>de chaque mois)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Tous les ans, pour les dossiers à archiver : </a:t>
            </a:r>
          </a:p>
          <a:p>
            <a:pPr marL="527050" lvl="1" indent="-342900">
              <a:buFont typeface="+mj-lt"/>
              <a:buAutoNum type="arabicPeriod"/>
            </a:pPr>
            <a:r>
              <a:rPr lang="fr-FR" dirty="0"/>
              <a:t>Copier les dossiers conseil dans ‘temp-conseil’ et M&amp;A dans ‘temp-ma’</a:t>
            </a:r>
          </a:p>
          <a:p>
            <a:pPr marL="527050" lvl="1" indent="-342900">
              <a:buFont typeface="+mj-lt"/>
              <a:buAutoNum type="arabicPeriod"/>
            </a:pPr>
            <a:r>
              <a:rPr lang="fr-FR" dirty="0"/>
              <a:t>Lancer ‘zip-projets-historiques-conseil’ et ‘zip-projets-historiques-ma’</a:t>
            </a:r>
          </a:p>
          <a:p>
            <a:pPr marL="527050" lvl="1" indent="-342900">
              <a:buFont typeface="+mj-lt"/>
              <a:buAutoNum type="arabicPeriod"/>
            </a:pPr>
            <a:r>
              <a:rPr lang="fr-FR" dirty="0"/>
              <a:t>Lancer ‘</a:t>
            </a:r>
            <a:r>
              <a:rPr lang="fr-FR" dirty="0" err="1"/>
              <a:t>yearly</a:t>
            </a:r>
            <a:r>
              <a:rPr lang="fr-FR" dirty="0"/>
              <a:t>-copy-projets-conseil’ et ‘</a:t>
            </a:r>
            <a:r>
              <a:rPr lang="fr-FR" dirty="0" err="1"/>
              <a:t>yearly</a:t>
            </a:r>
            <a:r>
              <a:rPr lang="fr-FR" dirty="0"/>
              <a:t>-copy-projets-ma’</a:t>
            </a:r>
          </a:p>
          <a:p>
            <a:pPr marL="527050" lvl="1" indent="-342900">
              <a:buFont typeface="+mj-lt"/>
              <a:buAutoNum type="arabicPeriod"/>
            </a:pPr>
            <a:r>
              <a:rPr lang="fr-FR" dirty="0"/>
              <a:t>Copier les Dossiers de temp-conseil et temp-ma dans ‘Projets Conseil’ et M&amp;A dans ‘Projets M&amp;A’</a:t>
            </a:r>
          </a:p>
          <a:p>
            <a:pPr marL="527050" lvl="1" indent="-342900">
              <a:buFont typeface="+mj-lt"/>
              <a:buAutoNum type="arabicPeriod"/>
            </a:pPr>
            <a:r>
              <a:rPr lang="fr-FR" dirty="0"/>
              <a:t>Vérifier dans les logs que tout s’est bien passé</a:t>
            </a:r>
          </a:p>
          <a:p>
            <a:pPr marL="527050" lvl="1" indent="-342900">
              <a:buFont typeface="+mj-lt"/>
              <a:buAutoNum type="arabicPeriod"/>
            </a:pPr>
            <a:r>
              <a:rPr lang="fr-FR" dirty="0"/>
              <a:t>Supprimer les zip dans ‘</a:t>
            </a:r>
            <a:r>
              <a:rPr lang="fr-FR" dirty="0" err="1"/>
              <a:t>upload</a:t>
            </a:r>
            <a:r>
              <a:rPr lang="fr-FR" dirty="0"/>
              <a:t>-conseil’ et ‘</a:t>
            </a:r>
            <a:r>
              <a:rPr lang="fr-FR" dirty="0" err="1"/>
              <a:t>upload</a:t>
            </a:r>
            <a:r>
              <a:rPr lang="fr-FR" dirty="0"/>
              <a:t>-ma’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9C089E-DF43-779A-CA93-10C5F4CE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0DAD7F-77CB-D2F7-2C8E-0AC6AC9100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9CE372-AC5D-48CF-26B0-FFD229078F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712DF-714C-3709-AE29-753218DA0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65053AB6-08CB-4714-8F2A-7D65792EB1AF}" type="slidenum">
              <a:rPr lang="fr-FR" smtClean="0"/>
              <a:pPr algn="ctr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141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57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2147483647&quot;/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m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81552518881790447836E+00&quot;&gt;&lt;m_msothmcolidx val=&quot;0&quot;/&gt;&lt;m_rgb r=&quot;94&quot; g=&quot;8A&quot; b=&quot;54&quot;/&gt;&lt;/elem&gt;&lt;elem m_fUsage=&quot;1.42255656549432218938E+00&quot;&gt;&lt;m_msothmcolidx val=&quot;0&quot;/&gt;&lt;m_rgb r=&quot;C4&quot; g=&quot;BD&quot; b=&quot;97&quot;/&gt;&lt;/elem&gt;&lt;elem m_fUsage=&quot;1.17304807183290038530E+00&quot;&gt;&lt;m_msothmcolidx val=&quot;0&quot;/&gt;&lt;m_rgb r=&quot;75&quot; g=&quot;88&quot; b=&quot;9C&quot;/&gt;&lt;/elem&gt;&lt;elem m_fUsage=&quot;1.00477844009999994768E+00&quot;&gt;&lt;m_msothmcolidx val=&quot;0&quot;/&gt;&lt;m_rgb r=&quot;C0&quot; g=&quot;88&quot; b=&quot;75&quot;/&gt;&lt;/elem&gt;&lt;elem m_fUsage=&quot;9.00031850718743031692E-01&quot;&gt;&lt;m_msothmcolidx val=&quot;0&quot;/&gt;&lt;m_rgb r=&quot;EF&quot; g=&quot;9B&quot; b=&quot;45&quot;/&gt;&lt;/elem&gt;&lt;elem m_fUsage=&quot;8.78249561147825374974E-01&quot;&gt;&lt;m_msothmcolidx val=&quot;0&quot;/&gt;&lt;m_rgb r=&quot;00&quot; g=&quot;B0&quot; b=&quot;50&quot;/&gt;&lt;/elem&gt;&lt;elem m_fUsage=&quot;8.75669807064298533206E-01&quot;&gt;&lt;m_msothmcolidx val=&quot;0&quot;/&gt;&lt;m_rgb r=&quot;C4&quot; g=&quot;CC&quot; b=&quot;D5&quot;/&gt;&lt;/elem&gt;&lt;elem m_fUsage=&quot;5.02704888225932178258E-01&quot;&gt;&lt;m_msothmcolidx val=&quot;0&quot;/&gt;&lt;m_rgb r=&quot;7B&quot; g=&quot;73&quot; b=&quot;46&quot;/&gt;&lt;/elem&gt;&lt;elem m_fUsage=&quot;2.29881844059050516327E-01&quot;&gt;&lt;m_msothmcolidx val=&quot;0&quot;/&gt;&lt;m_rgb r=&quot;DD&quot; g=&quot;D9&quot; b=&quot;C3&quot;/&gt;&lt;/elem&gt;&lt;elem m_fUsage=&quot;9.84771003649446280415E-02&quot;&gt;&lt;m_msothmcolidx val=&quot;0&quot;/&gt;&lt;m_rgb r=&quot;92&quot; g=&quot;87&quot; b=&quot;50&quot;/&gt;&lt;/elem&gt;&lt;elem m_fUsage=&quot;6.46108337354476119918E-02&quot;&gt;&lt;m_msothmcolidx val=&quot;0&quot;/&gt;&lt;m_rgb r=&quot;DC&quot; g=&quot;D9&quot; b=&quot;C5&quot;/&gt;&lt;/elem&gt;&lt;elem m_fUsage=&quot;3.43368406504356363240E-02&quot;&gt;&lt;m_msothmcolidx val=&quot;0&quot;/&gt;&lt;m_rgb r=&quot;AA&quot; g=&quot;A2&quot; b=&quot;77&quot;/&gt;&lt;/elem&gt;&lt;elem m_fUsage=&quot;1.29007741729453810501E-04&quot;&gt;&lt;m_msothmcolidx val=&quot;0&quot;/&gt;&lt;m_rgb r=&quot;C6&quot; g=&quot;C0&quot; b=&quot;9D&quot;/&gt;&lt;/elem&gt;&lt;elem m_fUsage=&quot;1.38957802891195802103E-11&quot;&gt;&lt;m_msothmcolidx val=&quot;0&quot;/&gt;&lt;m_rgb r=&quot;FF&quot; g=&quot;1D&quot; b=&quot;1D&quot;/&gt;&lt;/elem&gt;&lt;elem m_fUsage=&quot;8.44670417425525828780E-12&quot;&gt;&lt;m_msothmcolidx val=&quot;0&quot;/&gt;&lt;m_rgb r=&quot;69&quot; g=&quot;27&quot; b=&quot;9C&quot;/&gt;&lt;/elem&gt;&lt;elem m_fUsage=&quot;7.31245868339166670313E-12&quot;&gt;&lt;m_msothmcolidx val=&quot;0&quot;/&gt;&lt;m_rgb r=&quot;BC&quot; g=&quot;2A&quot; b=&quot;F5&quot;/&gt;&lt;/elem&gt;&lt;elem m_fUsage=&quot;5.54188260872887561371E-12&quot;&gt;&lt;m_msothmcolidx val=&quot;0&quot;/&gt;&lt;m_rgb r=&quot;2B&quot; g=&quot;88&quot; b=&quot;CA&quot;/&gt;&lt;/elem&gt;&lt;elem m_fUsage=&quot;4.48892491307038932788E-12&quot;&gt;&lt;m_msothmcolidx val=&quot;0&quot;/&gt;&lt;m_rgb r=&quot;BC&quot; g=&quot;A2&quot; b=&quot;22&quot;/&gt;&lt;/elem&gt;&lt;elem m_fUsage=&quot;3.63602917958701551715E-12&quot;&gt;&lt;m_msothmcolidx val=&quot;0&quot;/&gt;&lt;m_rgb r=&quot;99&quot; g=&quot;5C&quot; b=&quot;DE&quot;/&gt;&lt;/elem&gt;&lt;elem m_fUsage=&quot;2.94518363546548249619E-12&quot;&gt;&lt;m_msothmcolidx val=&quot;0&quot;/&gt;&lt;m_rgb r=&quot;E1&quot; g=&quot;4A&quot; b=&quot;E8&quot;/&gt;&lt;/elem&gt;&lt;elem m_fUsage=&quot;1.50555201112265121444E-13&quot;&gt;&lt;m_msothmcolidx val=&quot;0&quot;/&gt;&lt;m_rgb r=&quot;96&quot; g=&quot;8C&quot; b=&quot;57&quot;/&gt;&lt;/elem&gt;&lt;elem m_fUsage=&quot;3.17351312057687299627E-14&quot;&gt;&lt;m_msothmcolidx val=&quot;0&quot;/&gt;&lt;m_rgb r=&quot;9B&quot; g=&quot;9B&quot; b=&quot;9B&quot;/&gt;&lt;/elem&gt;&lt;elem m_fUsage=&quot;1.88029467416344998525E-14&quot;&gt;&lt;m_msothmcolidx val=&quot;0&quot;/&gt;&lt;m_rgb r=&quot;DE&quot; g=&quot;DE&quot; b=&quot;DE&quot;/&gt;&lt;/elem&gt;&lt;elem m_fUsage=&quot;2.48905116095777818686E-16&quot;&gt;&lt;m_msothmcolidx val=&quot;0&quot;/&gt;&lt;m_rgb r=&quot;4A&quot; g=&quot;96&quot; b=&quot;7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zWjJfaWt1O6__X3Tjm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zrekbUSh6IsQ1.b9ymH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zrekbUSh6IsQ1.b9ymH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uIfhrfRwmS_okOmMc7p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zrekbUSh6IsQ1.b9ymH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uIfhrfRwmS_okOmMc7p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zrekbUSh6IsQ1.b9ymH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uIfhrfRwmS_okOmMc7p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zrekbUSh6IsQ1.b9ymH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uIfhrfRwmS_okOmMc7p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zrekbUSh6IsQ1.b9ymH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tenu">
  <a:themeElements>
    <a:clrScheme name="Custom 2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595959"/>
      </a:accent2>
      <a:accent3>
        <a:srgbClr val="7F7F7F"/>
      </a:accent3>
      <a:accent4>
        <a:srgbClr val="7F7F7F"/>
      </a:accent4>
      <a:accent5>
        <a:srgbClr val="A5A5A5"/>
      </a:accent5>
      <a:accent6>
        <a:srgbClr val="BFBFBF"/>
      </a:accent6>
      <a:hlink>
        <a:srgbClr val="D8D8D8"/>
      </a:hlink>
      <a:folHlink>
        <a:srgbClr val="F2F2F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ge de garde ">
  <a:themeElements>
    <a:clrScheme name="RSR CONSEIL V2">
      <a:dk1>
        <a:srgbClr val="0C0C0C"/>
      </a:dk1>
      <a:lt1>
        <a:srgbClr val="FAFAFA"/>
      </a:lt1>
      <a:dk2>
        <a:srgbClr val="0C0C0C"/>
      </a:dk2>
      <a:lt2>
        <a:srgbClr val="FAFAFA"/>
      </a:lt2>
      <a:accent1>
        <a:srgbClr val="190A0D"/>
      </a:accent1>
      <a:accent2>
        <a:srgbClr val="6B2831"/>
      </a:accent2>
      <a:accent3>
        <a:srgbClr val="B2465B"/>
      </a:accent3>
      <a:accent4>
        <a:srgbClr val="E55A75"/>
      </a:accent4>
      <a:accent5>
        <a:srgbClr val="D7959E"/>
      </a:accent5>
      <a:accent6>
        <a:srgbClr val="948A54"/>
      </a:accent6>
      <a:hlink>
        <a:srgbClr val="7F7F7F"/>
      </a:hlink>
      <a:folHlink>
        <a:srgbClr val="D8D8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 sz="13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36000" tIns="36000" rIns="36000" bIns="36000" rtlCol="0">
        <a:spAutoFit/>
      </a:bodyPr>
      <a:lstStyle>
        <a:defPPr algn="l">
          <a:defRPr sz="1200" dirty="0" smtClean="0">
            <a:latin typeface="Helvetica" panose="020B0604020202020204" pitchFamily="34" charset="0"/>
            <a:cs typeface="Helvetica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age de garde ">
  <a:themeElements>
    <a:clrScheme name="RSR CONSEIL V2">
      <a:dk1>
        <a:srgbClr val="0C0C0C"/>
      </a:dk1>
      <a:lt1>
        <a:srgbClr val="FAFAFA"/>
      </a:lt1>
      <a:dk2>
        <a:srgbClr val="0C0C0C"/>
      </a:dk2>
      <a:lt2>
        <a:srgbClr val="FAFAFA"/>
      </a:lt2>
      <a:accent1>
        <a:srgbClr val="190A0D"/>
      </a:accent1>
      <a:accent2>
        <a:srgbClr val="6B2831"/>
      </a:accent2>
      <a:accent3>
        <a:srgbClr val="B2465B"/>
      </a:accent3>
      <a:accent4>
        <a:srgbClr val="E55A75"/>
      </a:accent4>
      <a:accent5>
        <a:srgbClr val="D7959E"/>
      </a:accent5>
      <a:accent6>
        <a:srgbClr val="948A54"/>
      </a:accent6>
      <a:hlink>
        <a:srgbClr val="7F7F7F"/>
      </a:hlink>
      <a:folHlink>
        <a:srgbClr val="D8D8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 sz="13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36000" tIns="36000" rIns="36000" bIns="36000" rtlCol="0">
        <a:spAutoFit/>
      </a:bodyPr>
      <a:lstStyle>
        <a:defPPr algn="l">
          <a:defRPr sz="1200" dirty="0" smtClean="0">
            <a:latin typeface="Helvetica" panose="020B0604020202020204" pitchFamily="34" charset="0"/>
            <a:cs typeface="Helvetica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RSR Conseil">
  <a:themeElements>
    <a:clrScheme name="Personnalisé 1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938953"/>
      </a:accent1>
      <a:accent2>
        <a:srgbClr val="C4BD97"/>
      </a:accent2>
      <a:accent3>
        <a:srgbClr val="DDD9C3"/>
      </a:accent3>
      <a:accent4>
        <a:srgbClr val="C0C0C0"/>
      </a:accent4>
      <a:accent5>
        <a:srgbClr val="75889C"/>
      </a:accent5>
      <a:accent6>
        <a:srgbClr val="C4CCD5"/>
      </a:accent6>
      <a:hlink>
        <a:srgbClr val="D8D8D8"/>
      </a:hlink>
      <a:folHlink>
        <a:srgbClr val="F2F2F2"/>
      </a:folHlink>
    </a:clrScheme>
    <a:fontScheme name="RSR Conse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ème RSR Conseil" id="{D165F0DB-F06B-4BE0-B511-20B0BA9357B4}" vid="{E26FE23B-8532-4D51-B87B-F5197108D4B6}"/>
    </a:ext>
  </a:extLst>
</a:theme>
</file>

<file path=ppt/theme/theme5.xml><?xml version="1.0" encoding="utf-8"?>
<a:theme xmlns:a="http://schemas.openxmlformats.org/drawingml/2006/main" name="2_Page de garde ">
  <a:themeElements>
    <a:clrScheme name="RSR CONSEIL V2">
      <a:dk1>
        <a:srgbClr val="0C0C0C"/>
      </a:dk1>
      <a:lt1>
        <a:srgbClr val="FAFAFA"/>
      </a:lt1>
      <a:dk2>
        <a:srgbClr val="0C0C0C"/>
      </a:dk2>
      <a:lt2>
        <a:srgbClr val="FAFAFA"/>
      </a:lt2>
      <a:accent1>
        <a:srgbClr val="190A0D"/>
      </a:accent1>
      <a:accent2>
        <a:srgbClr val="6B2831"/>
      </a:accent2>
      <a:accent3>
        <a:srgbClr val="B2465B"/>
      </a:accent3>
      <a:accent4>
        <a:srgbClr val="E55A75"/>
      </a:accent4>
      <a:accent5>
        <a:srgbClr val="D7959E"/>
      </a:accent5>
      <a:accent6>
        <a:srgbClr val="948A54"/>
      </a:accent6>
      <a:hlink>
        <a:srgbClr val="7F7F7F"/>
      </a:hlink>
      <a:folHlink>
        <a:srgbClr val="D8D8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 sz="13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36000" tIns="36000" rIns="36000" bIns="36000" rtlCol="0">
        <a:spAutoFit/>
      </a:bodyPr>
      <a:lstStyle>
        <a:defPPr algn="l">
          <a:defRPr sz="1200" dirty="0" smtClean="0">
            <a:latin typeface="Helvetica" panose="020B0604020202020204" pitchFamily="34" charset="0"/>
            <a:cs typeface="Helvetica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Thème RSR Conseil">
  <a:themeElements>
    <a:clrScheme name="Personnalisé 1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938953"/>
      </a:accent1>
      <a:accent2>
        <a:srgbClr val="C4BD97"/>
      </a:accent2>
      <a:accent3>
        <a:srgbClr val="DDD9C3"/>
      </a:accent3>
      <a:accent4>
        <a:srgbClr val="C0C0C0"/>
      </a:accent4>
      <a:accent5>
        <a:srgbClr val="75889C"/>
      </a:accent5>
      <a:accent6>
        <a:srgbClr val="C4CCD5"/>
      </a:accent6>
      <a:hlink>
        <a:srgbClr val="D8D8D8"/>
      </a:hlink>
      <a:folHlink>
        <a:srgbClr val="F2F2F2"/>
      </a:folHlink>
    </a:clrScheme>
    <a:fontScheme name="RSR Conse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ème RSR Conseil" id="{D165F0DB-F06B-4BE0-B511-20B0BA9357B4}" vid="{E26FE23B-8532-4D51-B87B-F5197108D4B6}"/>
    </a:ext>
  </a:extLst>
</a:theme>
</file>

<file path=ppt/theme/theme7.xml><?xml version="1.0" encoding="utf-8"?>
<a:theme xmlns:a="http://schemas.openxmlformats.org/drawingml/2006/main" name="3_Contenu">
  <a:themeElements>
    <a:clrScheme name="Custom 2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595959"/>
      </a:accent2>
      <a:accent3>
        <a:srgbClr val="7F7F7F"/>
      </a:accent3>
      <a:accent4>
        <a:srgbClr val="7F7F7F"/>
      </a:accent4>
      <a:accent5>
        <a:srgbClr val="A5A5A5"/>
      </a:accent5>
      <a:accent6>
        <a:srgbClr val="BFBFBF"/>
      </a:accent6>
      <a:hlink>
        <a:srgbClr val="D8D8D8"/>
      </a:hlink>
      <a:folHlink>
        <a:srgbClr val="F2F2F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4_Contenu">
  <a:themeElements>
    <a:clrScheme name="Custom 2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595959"/>
      </a:accent2>
      <a:accent3>
        <a:srgbClr val="7F7F7F"/>
      </a:accent3>
      <a:accent4>
        <a:srgbClr val="7F7F7F"/>
      </a:accent4>
      <a:accent5>
        <a:srgbClr val="A5A5A5"/>
      </a:accent5>
      <a:accent6>
        <a:srgbClr val="BFBFBF"/>
      </a:accent6>
      <a:hlink>
        <a:srgbClr val="D8D8D8"/>
      </a:hlink>
      <a:folHlink>
        <a:srgbClr val="F2F2F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8ae76e-745b-44e7-a82a-291072f56a6d">
      <Terms xmlns="http://schemas.microsoft.com/office/infopath/2007/PartnerControls"/>
    </lcf76f155ced4ddcb4097134ff3c332f>
    <TaxCatchAll xmlns="309eec47-975b-4ce5-8f9d-cf7f2b2720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0EAF2F8E2A4F4D9D42A0F3AE82F7C0" ma:contentTypeVersion="15" ma:contentTypeDescription="Crée un document." ma:contentTypeScope="" ma:versionID="00f896e85416dc26bea2e6b1c0a64c03">
  <xsd:schema xmlns:xsd="http://www.w3.org/2001/XMLSchema" xmlns:xs="http://www.w3.org/2001/XMLSchema" xmlns:p="http://schemas.microsoft.com/office/2006/metadata/properties" xmlns:ns2="868ae76e-745b-44e7-a82a-291072f56a6d" xmlns:ns3="309eec47-975b-4ce5-8f9d-cf7f2b272018" targetNamespace="http://schemas.microsoft.com/office/2006/metadata/properties" ma:root="true" ma:fieldsID="68d8f3dc26dad703fd73c84e997318aa" ns2:_="" ns3:_="">
    <xsd:import namespace="868ae76e-745b-44e7-a82a-291072f56a6d"/>
    <xsd:import namespace="309eec47-975b-4ce5-8f9d-cf7f2b2720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8ae76e-745b-44e7-a82a-291072f56a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4042163d-3f1b-4f74-a6fb-c83b38e78b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9eec47-975b-4ce5-8f9d-cf7f2b27201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07d7bc7-242d-42a9-b6be-575b50a971ea}" ma:internalName="TaxCatchAll" ma:showField="CatchAllData" ma:web="309eec47-975b-4ce5-8f9d-cf7f2b2720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2E95FA-51B7-400C-B604-B67DF3EC259A}">
  <ds:schemaRefs>
    <ds:schemaRef ds:uri="309eec47-975b-4ce5-8f9d-cf7f2b272018"/>
    <ds:schemaRef ds:uri="868ae76e-745b-44e7-a82a-291072f56a6d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E7C34C1F-A80F-40FC-B4EB-A6C735887E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B9F535-E303-4E41-9828-A88B0D5B6C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8ae76e-745b-44e7-a82a-291072f56a6d"/>
    <ds:schemaRef ds:uri="309eec47-975b-4ce5-8f9d-cf7f2b2720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398</Words>
  <Application>Microsoft Office PowerPoint</Application>
  <PresentationFormat>Custom</PresentationFormat>
  <Paragraphs>51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Arial</vt:lpstr>
      <vt:lpstr>Calibri</vt:lpstr>
      <vt:lpstr>Courier New</vt:lpstr>
      <vt:lpstr>Helvetica</vt:lpstr>
      <vt:lpstr>Helvetica Light</vt:lpstr>
      <vt:lpstr>Contenu</vt:lpstr>
      <vt:lpstr>Page de garde </vt:lpstr>
      <vt:lpstr>1_Page de garde </vt:lpstr>
      <vt:lpstr>Thème RSR Conseil</vt:lpstr>
      <vt:lpstr>2_Page de garde </vt:lpstr>
      <vt:lpstr>1_Thème RSR Conseil</vt:lpstr>
      <vt:lpstr>3_Contenu</vt:lpstr>
      <vt:lpstr>4_Contenu</vt:lpstr>
      <vt:lpstr>think-cell Slide</vt:lpstr>
      <vt:lpstr>Les archives ont été organisées selon 2 horizons de temps : moins de 5 ans sur OneDrive + Disque Dur, plus de 5 ans sur Disque Dur + Cloud storage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RSR CONSEIL</dc:title>
  <dc:creator>RSR Conseil</dc:creator>
  <cp:lastModifiedBy>Raphael de Saint Romain</cp:lastModifiedBy>
  <cp:revision>1</cp:revision>
  <dcterms:modified xsi:type="dcterms:W3CDTF">2025-11-17T18:25:55Z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xd_ProgID">
    <vt:lpwstr/>
  </property>
  <property fmtid="{D5CDD505-2E9C-101B-9397-08002B2CF9AE}" pid="4" name="TemplateUrl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ContentTypeId">
    <vt:lpwstr>0x0101002B0EAF2F8E2A4F4D9D42A0F3AE82F7C0</vt:lpwstr>
  </property>
</Properties>
</file>